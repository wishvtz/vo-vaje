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4" Type="http://schemas.openxmlformats.org/officeDocument/2006/relationships/image" Target="../media/image2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E56319-625D-4045-B134-39597036E1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EF85B7C-2967-4D12-AF75-9F5B5C984B67}">
      <dgm:prSet/>
      <dgm:spPr/>
      <dgm:t>
        <a:bodyPr/>
        <a:lstStyle/>
        <a:p>
          <a:r>
            <a:rPr lang="en-US" b="0" i="0"/>
            <a:t>Medium-sized software company (~100 employees)</a:t>
          </a:r>
          <a:endParaRPr lang="en-US"/>
        </a:p>
      </dgm:t>
    </dgm:pt>
    <dgm:pt modelId="{9CE82A88-2F35-47FA-99EE-FA86CC8B0985}" type="parTrans" cxnId="{63070E14-4808-474A-BACB-B11BB1C38CA1}">
      <dgm:prSet/>
      <dgm:spPr/>
      <dgm:t>
        <a:bodyPr/>
        <a:lstStyle/>
        <a:p>
          <a:endParaRPr lang="en-US"/>
        </a:p>
      </dgm:t>
    </dgm:pt>
    <dgm:pt modelId="{09C70FF4-07F6-491C-897A-F66D22E681F5}" type="sibTrans" cxnId="{63070E14-4808-474A-BACB-B11BB1C38CA1}">
      <dgm:prSet/>
      <dgm:spPr/>
      <dgm:t>
        <a:bodyPr/>
        <a:lstStyle/>
        <a:p>
          <a:endParaRPr lang="en-US"/>
        </a:p>
      </dgm:t>
    </dgm:pt>
    <dgm:pt modelId="{661A1858-872C-4A50-ABA9-00D77D0C7DFC}">
      <dgm:prSet/>
      <dgm:spPr/>
      <dgm:t>
        <a:bodyPr/>
        <a:lstStyle/>
        <a:p>
          <a:r>
            <a:rPr lang="en-US" b="0" i="0"/>
            <a:t>Develops banking, hospital &amp; inventory systems</a:t>
          </a:r>
          <a:endParaRPr lang="en-US"/>
        </a:p>
      </dgm:t>
    </dgm:pt>
    <dgm:pt modelId="{66C4844C-4516-4A16-BBF1-19385F54CB8D}" type="parTrans" cxnId="{412AEE13-9C9F-4686-9F7F-462DA5D8B07B}">
      <dgm:prSet/>
      <dgm:spPr/>
      <dgm:t>
        <a:bodyPr/>
        <a:lstStyle/>
        <a:p>
          <a:endParaRPr lang="en-US"/>
        </a:p>
      </dgm:t>
    </dgm:pt>
    <dgm:pt modelId="{32E5A6CE-A646-45CB-ACA9-C7C2D8271F03}" type="sibTrans" cxnId="{412AEE13-9C9F-4686-9F7F-462DA5D8B07B}">
      <dgm:prSet/>
      <dgm:spPr/>
      <dgm:t>
        <a:bodyPr/>
        <a:lstStyle/>
        <a:p>
          <a:endParaRPr lang="en-US"/>
        </a:p>
      </dgm:t>
    </dgm:pt>
    <dgm:pt modelId="{D3B6EE48-E832-4110-BF2D-5003292DDD0F}">
      <dgm:prSet/>
      <dgm:spPr/>
      <dgm:t>
        <a:bodyPr/>
        <a:lstStyle/>
        <a:p>
          <a:r>
            <a:rPr lang="en-US" b="0" i="0"/>
            <a:t>Handles sensitive financial &amp; healthcare data</a:t>
          </a:r>
          <a:endParaRPr lang="en-US"/>
        </a:p>
      </dgm:t>
    </dgm:pt>
    <dgm:pt modelId="{2FDD49B3-231E-4A30-8C03-DFD0636E8D47}" type="parTrans" cxnId="{DB9850F2-A481-4D2D-9A43-7EA6B831A7D5}">
      <dgm:prSet/>
      <dgm:spPr/>
      <dgm:t>
        <a:bodyPr/>
        <a:lstStyle/>
        <a:p>
          <a:endParaRPr lang="en-US"/>
        </a:p>
      </dgm:t>
    </dgm:pt>
    <dgm:pt modelId="{4BCB922A-EE51-4044-B7B7-DF68417806AC}" type="sibTrans" cxnId="{DB9850F2-A481-4D2D-9A43-7EA6B831A7D5}">
      <dgm:prSet/>
      <dgm:spPr/>
      <dgm:t>
        <a:bodyPr/>
        <a:lstStyle/>
        <a:p>
          <a:endParaRPr lang="en-US"/>
        </a:p>
      </dgm:t>
    </dgm:pt>
    <dgm:pt modelId="{F78F758F-6A16-4D16-8034-CB306B27AAD9}" type="pres">
      <dgm:prSet presAssocID="{6CE56319-625D-4045-B134-39597036E154}" presName="root" presStyleCnt="0">
        <dgm:presLayoutVars>
          <dgm:dir/>
          <dgm:resizeHandles val="exact"/>
        </dgm:presLayoutVars>
      </dgm:prSet>
      <dgm:spPr/>
    </dgm:pt>
    <dgm:pt modelId="{C8E700ED-2A88-40B1-A71F-B1DE4E6B54AB}" type="pres">
      <dgm:prSet presAssocID="{2EF85B7C-2967-4D12-AF75-9F5B5C984B67}" presName="compNode" presStyleCnt="0"/>
      <dgm:spPr/>
    </dgm:pt>
    <dgm:pt modelId="{5960C0D0-751F-4157-A663-2E6EE29A0DE9}" type="pres">
      <dgm:prSet presAssocID="{2EF85B7C-2967-4D12-AF75-9F5B5C984B67}" presName="bgRect" presStyleLbl="bgShp" presStyleIdx="0" presStyleCnt="3"/>
      <dgm:spPr/>
    </dgm:pt>
    <dgm:pt modelId="{5B314A1E-7C4F-4705-954D-D670631D1CEF}" type="pres">
      <dgm:prSet presAssocID="{2EF85B7C-2967-4D12-AF75-9F5B5C984B6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6A4D93E-3190-4A64-9798-7C0D6919AB6A}" type="pres">
      <dgm:prSet presAssocID="{2EF85B7C-2967-4D12-AF75-9F5B5C984B67}" presName="spaceRect" presStyleCnt="0"/>
      <dgm:spPr/>
    </dgm:pt>
    <dgm:pt modelId="{3136805F-F19D-408C-962A-0016ADB3A8FE}" type="pres">
      <dgm:prSet presAssocID="{2EF85B7C-2967-4D12-AF75-9F5B5C984B67}" presName="parTx" presStyleLbl="revTx" presStyleIdx="0" presStyleCnt="3">
        <dgm:presLayoutVars>
          <dgm:chMax val="0"/>
          <dgm:chPref val="0"/>
        </dgm:presLayoutVars>
      </dgm:prSet>
      <dgm:spPr/>
    </dgm:pt>
    <dgm:pt modelId="{F2D74A71-5ED8-4B57-A5DB-4F61FFDA91EA}" type="pres">
      <dgm:prSet presAssocID="{09C70FF4-07F6-491C-897A-F66D22E681F5}" presName="sibTrans" presStyleCnt="0"/>
      <dgm:spPr/>
    </dgm:pt>
    <dgm:pt modelId="{2092F11E-0755-44F3-8417-0CD4D3D3BC13}" type="pres">
      <dgm:prSet presAssocID="{661A1858-872C-4A50-ABA9-00D77D0C7DFC}" presName="compNode" presStyleCnt="0"/>
      <dgm:spPr/>
    </dgm:pt>
    <dgm:pt modelId="{6F9F0795-DA11-4DEE-9194-3A651DFA4B36}" type="pres">
      <dgm:prSet presAssocID="{661A1858-872C-4A50-ABA9-00D77D0C7DFC}" presName="bgRect" presStyleLbl="bgShp" presStyleIdx="1" presStyleCnt="3"/>
      <dgm:spPr/>
    </dgm:pt>
    <dgm:pt modelId="{E7F6BA07-4705-45B5-8425-B82AC4264CE8}" type="pres">
      <dgm:prSet presAssocID="{661A1858-872C-4A50-ABA9-00D77D0C7DF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53488EA-9583-4B1E-95D5-A74B6E0A268C}" type="pres">
      <dgm:prSet presAssocID="{661A1858-872C-4A50-ABA9-00D77D0C7DFC}" presName="spaceRect" presStyleCnt="0"/>
      <dgm:spPr/>
    </dgm:pt>
    <dgm:pt modelId="{A0402E26-0BB4-4013-BAD7-7AA9F2749C1E}" type="pres">
      <dgm:prSet presAssocID="{661A1858-872C-4A50-ABA9-00D77D0C7DFC}" presName="parTx" presStyleLbl="revTx" presStyleIdx="1" presStyleCnt="3">
        <dgm:presLayoutVars>
          <dgm:chMax val="0"/>
          <dgm:chPref val="0"/>
        </dgm:presLayoutVars>
      </dgm:prSet>
      <dgm:spPr/>
    </dgm:pt>
    <dgm:pt modelId="{CE6937FD-5D7C-4F28-9E6D-05B9DAB957C6}" type="pres">
      <dgm:prSet presAssocID="{32E5A6CE-A646-45CB-ACA9-C7C2D8271F03}" presName="sibTrans" presStyleCnt="0"/>
      <dgm:spPr/>
    </dgm:pt>
    <dgm:pt modelId="{88FF497A-1D79-4CCC-8AE8-45CF80792084}" type="pres">
      <dgm:prSet presAssocID="{D3B6EE48-E832-4110-BF2D-5003292DDD0F}" presName="compNode" presStyleCnt="0"/>
      <dgm:spPr/>
    </dgm:pt>
    <dgm:pt modelId="{6A8001BA-B0F9-40E7-9B34-0130449C379A}" type="pres">
      <dgm:prSet presAssocID="{D3B6EE48-E832-4110-BF2D-5003292DDD0F}" presName="bgRect" presStyleLbl="bgShp" presStyleIdx="2" presStyleCnt="3"/>
      <dgm:spPr/>
    </dgm:pt>
    <dgm:pt modelId="{F7D5F57C-B21F-440A-9F2B-25CA96F2133C}" type="pres">
      <dgm:prSet presAssocID="{D3B6EE48-E832-4110-BF2D-5003292DDD0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DB2E4E10-F4E4-4EFD-82F8-D072E54409AE}" type="pres">
      <dgm:prSet presAssocID="{D3B6EE48-E832-4110-BF2D-5003292DDD0F}" presName="spaceRect" presStyleCnt="0"/>
      <dgm:spPr/>
    </dgm:pt>
    <dgm:pt modelId="{B6555BCA-37B6-4B58-882C-D3F9C1A95875}" type="pres">
      <dgm:prSet presAssocID="{D3B6EE48-E832-4110-BF2D-5003292DDD0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12AEE13-9C9F-4686-9F7F-462DA5D8B07B}" srcId="{6CE56319-625D-4045-B134-39597036E154}" destId="{661A1858-872C-4A50-ABA9-00D77D0C7DFC}" srcOrd="1" destOrd="0" parTransId="{66C4844C-4516-4A16-BBF1-19385F54CB8D}" sibTransId="{32E5A6CE-A646-45CB-ACA9-C7C2D8271F03}"/>
    <dgm:cxn modelId="{63070E14-4808-474A-BACB-B11BB1C38CA1}" srcId="{6CE56319-625D-4045-B134-39597036E154}" destId="{2EF85B7C-2967-4D12-AF75-9F5B5C984B67}" srcOrd="0" destOrd="0" parTransId="{9CE82A88-2F35-47FA-99EE-FA86CC8B0985}" sibTransId="{09C70FF4-07F6-491C-897A-F66D22E681F5}"/>
    <dgm:cxn modelId="{9DF90E90-B8D2-4D74-804F-8B37CC35225C}" type="presOf" srcId="{D3B6EE48-E832-4110-BF2D-5003292DDD0F}" destId="{B6555BCA-37B6-4B58-882C-D3F9C1A95875}" srcOrd="0" destOrd="0" presId="urn:microsoft.com/office/officeart/2018/2/layout/IconVerticalSolidList"/>
    <dgm:cxn modelId="{802AB490-2866-4888-8ECE-88EC9E8CED7B}" type="presOf" srcId="{661A1858-872C-4A50-ABA9-00D77D0C7DFC}" destId="{A0402E26-0BB4-4013-BAD7-7AA9F2749C1E}" srcOrd="0" destOrd="0" presId="urn:microsoft.com/office/officeart/2018/2/layout/IconVerticalSolidList"/>
    <dgm:cxn modelId="{7B3C669F-1A44-415D-A669-8936AF80214F}" type="presOf" srcId="{2EF85B7C-2967-4D12-AF75-9F5B5C984B67}" destId="{3136805F-F19D-408C-962A-0016ADB3A8FE}" srcOrd="0" destOrd="0" presId="urn:microsoft.com/office/officeart/2018/2/layout/IconVerticalSolidList"/>
    <dgm:cxn modelId="{E294C0E4-28A3-492B-BC7A-12AF719E6A75}" type="presOf" srcId="{6CE56319-625D-4045-B134-39597036E154}" destId="{F78F758F-6A16-4D16-8034-CB306B27AAD9}" srcOrd="0" destOrd="0" presId="urn:microsoft.com/office/officeart/2018/2/layout/IconVerticalSolidList"/>
    <dgm:cxn modelId="{DB9850F2-A481-4D2D-9A43-7EA6B831A7D5}" srcId="{6CE56319-625D-4045-B134-39597036E154}" destId="{D3B6EE48-E832-4110-BF2D-5003292DDD0F}" srcOrd="2" destOrd="0" parTransId="{2FDD49B3-231E-4A30-8C03-DFD0636E8D47}" sibTransId="{4BCB922A-EE51-4044-B7B7-DF68417806AC}"/>
    <dgm:cxn modelId="{ED385966-BCC6-450B-904D-1B8BA2CFE7CA}" type="presParOf" srcId="{F78F758F-6A16-4D16-8034-CB306B27AAD9}" destId="{C8E700ED-2A88-40B1-A71F-B1DE4E6B54AB}" srcOrd="0" destOrd="0" presId="urn:microsoft.com/office/officeart/2018/2/layout/IconVerticalSolidList"/>
    <dgm:cxn modelId="{34DC15CF-73E6-46A8-AFF1-24AF23A7BD5E}" type="presParOf" srcId="{C8E700ED-2A88-40B1-A71F-B1DE4E6B54AB}" destId="{5960C0D0-751F-4157-A663-2E6EE29A0DE9}" srcOrd="0" destOrd="0" presId="urn:microsoft.com/office/officeart/2018/2/layout/IconVerticalSolidList"/>
    <dgm:cxn modelId="{EA93334D-8307-43E8-8FD8-F2B0ECE48C4D}" type="presParOf" srcId="{C8E700ED-2A88-40B1-A71F-B1DE4E6B54AB}" destId="{5B314A1E-7C4F-4705-954D-D670631D1CEF}" srcOrd="1" destOrd="0" presId="urn:microsoft.com/office/officeart/2018/2/layout/IconVerticalSolidList"/>
    <dgm:cxn modelId="{B1CEC395-1EC8-43CA-ABFC-78255932DF2C}" type="presParOf" srcId="{C8E700ED-2A88-40B1-A71F-B1DE4E6B54AB}" destId="{F6A4D93E-3190-4A64-9798-7C0D6919AB6A}" srcOrd="2" destOrd="0" presId="urn:microsoft.com/office/officeart/2018/2/layout/IconVerticalSolidList"/>
    <dgm:cxn modelId="{98DB9A3B-AE0E-4B3B-97B4-994F99C2C7C4}" type="presParOf" srcId="{C8E700ED-2A88-40B1-A71F-B1DE4E6B54AB}" destId="{3136805F-F19D-408C-962A-0016ADB3A8FE}" srcOrd="3" destOrd="0" presId="urn:microsoft.com/office/officeart/2018/2/layout/IconVerticalSolidList"/>
    <dgm:cxn modelId="{4C3507D8-05A7-4367-8813-898944BD46F8}" type="presParOf" srcId="{F78F758F-6A16-4D16-8034-CB306B27AAD9}" destId="{F2D74A71-5ED8-4B57-A5DB-4F61FFDA91EA}" srcOrd="1" destOrd="0" presId="urn:microsoft.com/office/officeart/2018/2/layout/IconVerticalSolidList"/>
    <dgm:cxn modelId="{C2A1902F-9432-4386-A95B-2D03A3083A3F}" type="presParOf" srcId="{F78F758F-6A16-4D16-8034-CB306B27AAD9}" destId="{2092F11E-0755-44F3-8417-0CD4D3D3BC13}" srcOrd="2" destOrd="0" presId="urn:microsoft.com/office/officeart/2018/2/layout/IconVerticalSolidList"/>
    <dgm:cxn modelId="{9E34E631-9EAE-450A-9445-8F06937A5A4E}" type="presParOf" srcId="{2092F11E-0755-44F3-8417-0CD4D3D3BC13}" destId="{6F9F0795-DA11-4DEE-9194-3A651DFA4B36}" srcOrd="0" destOrd="0" presId="urn:microsoft.com/office/officeart/2018/2/layout/IconVerticalSolidList"/>
    <dgm:cxn modelId="{054E05B9-341C-401A-894F-1A4B55F9C02D}" type="presParOf" srcId="{2092F11E-0755-44F3-8417-0CD4D3D3BC13}" destId="{E7F6BA07-4705-45B5-8425-B82AC4264CE8}" srcOrd="1" destOrd="0" presId="urn:microsoft.com/office/officeart/2018/2/layout/IconVerticalSolidList"/>
    <dgm:cxn modelId="{2C5351CA-0CDB-4CFC-B427-4BC74771E917}" type="presParOf" srcId="{2092F11E-0755-44F3-8417-0CD4D3D3BC13}" destId="{053488EA-9583-4B1E-95D5-A74B6E0A268C}" srcOrd="2" destOrd="0" presId="urn:microsoft.com/office/officeart/2018/2/layout/IconVerticalSolidList"/>
    <dgm:cxn modelId="{47759B16-8119-4CB3-8B35-8BC3DEA74098}" type="presParOf" srcId="{2092F11E-0755-44F3-8417-0CD4D3D3BC13}" destId="{A0402E26-0BB4-4013-BAD7-7AA9F2749C1E}" srcOrd="3" destOrd="0" presId="urn:microsoft.com/office/officeart/2018/2/layout/IconVerticalSolidList"/>
    <dgm:cxn modelId="{0EB0A92C-0BC6-46C5-8173-F7BA13AA0175}" type="presParOf" srcId="{F78F758F-6A16-4D16-8034-CB306B27AAD9}" destId="{CE6937FD-5D7C-4F28-9E6D-05B9DAB957C6}" srcOrd="3" destOrd="0" presId="urn:microsoft.com/office/officeart/2018/2/layout/IconVerticalSolidList"/>
    <dgm:cxn modelId="{A7FA1FF9-51CD-489D-A286-589DD56170E5}" type="presParOf" srcId="{F78F758F-6A16-4D16-8034-CB306B27AAD9}" destId="{88FF497A-1D79-4CCC-8AE8-45CF80792084}" srcOrd="4" destOrd="0" presId="urn:microsoft.com/office/officeart/2018/2/layout/IconVerticalSolidList"/>
    <dgm:cxn modelId="{E7428FEF-12FF-4DE7-8725-F8F0C1302F79}" type="presParOf" srcId="{88FF497A-1D79-4CCC-8AE8-45CF80792084}" destId="{6A8001BA-B0F9-40E7-9B34-0130449C379A}" srcOrd="0" destOrd="0" presId="urn:microsoft.com/office/officeart/2018/2/layout/IconVerticalSolidList"/>
    <dgm:cxn modelId="{EA9BF47E-6D36-41DE-841E-BC0481FAFFDF}" type="presParOf" srcId="{88FF497A-1D79-4CCC-8AE8-45CF80792084}" destId="{F7D5F57C-B21F-440A-9F2B-25CA96F2133C}" srcOrd="1" destOrd="0" presId="urn:microsoft.com/office/officeart/2018/2/layout/IconVerticalSolidList"/>
    <dgm:cxn modelId="{5D5C1BEC-2622-4314-8437-3DCFEEB9BD26}" type="presParOf" srcId="{88FF497A-1D79-4CCC-8AE8-45CF80792084}" destId="{DB2E4E10-F4E4-4EFD-82F8-D072E54409AE}" srcOrd="2" destOrd="0" presId="urn:microsoft.com/office/officeart/2018/2/layout/IconVerticalSolidList"/>
    <dgm:cxn modelId="{5B64A2F6-9BBD-427E-97FF-7F3190F5324C}" type="presParOf" srcId="{88FF497A-1D79-4CCC-8AE8-45CF80792084}" destId="{B6555BCA-37B6-4B58-882C-D3F9C1A958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FF1149-D48D-4EEC-86D9-DBC6FA444A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CA8C124-10D5-48B7-9804-2FEB44082E71}">
      <dgm:prSet/>
      <dgm:spPr/>
      <dgm:t>
        <a:bodyPr/>
        <a:lstStyle/>
        <a:p>
          <a:r>
            <a:rPr lang="en-US" b="0" i="0"/>
            <a:t>High reliance on cloud &amp; digital infrastructure</a:t>
          </a:r>
          <a:endParaRPr lang="en-US"/>
        </a:p>
      </dgm:t>
    </dgm:pt>
    <dgm:pt modelId="{901C6EF0-9CE9-4C0D-A201-D053639EF480}" type="parTrans" cxnId="{F35BF956-AF89-42C7-860A-FB1156801D6E}">
      <dgm:prSet/>
      <dgm:spPr/>
      <dgm:t>
        <a:bodyPr/>
        <a:lstStyle/>
        <a:p>
          <a:endParaRPr lang="en-US"/>
        </a:p>
      </dgm:t>
    </dgm:pt>
    <dgm:pt modelId="{2F96B109-D71A-4A7D-9208-00047A29250B}" type="sibTrans" cxnId="{F35BF956-AF89-42C7-860A-FB1156801D6E}">
      <dgm:prSet/>
      <dgm:spPr/>
      <dgm:t>
        <a:bodyPr/>
        <a:lstStyle/>
        <a:p>
          <a:endParaRPr lang="en-US"/>
        </a:p>
      </dgm:t>
    </dgm:pt>
    <dgm:pt modelId="{B1355546-470D-4693-AA1C-9D35F6598F9A}">
      <dgm:prSet/>
      <dgm:spPr/>
      <dgm:t>
        <a:bodyPr/>
        <a:lstStyle/>
        <a:p>
          <a:r>
            <a:rPr lang="en-US" b="0" i="0"/>
            <a:t>Exposure to ransomware, phishing, unauthorized access</a:t>
          </a:r>
          <a:endParaRPr lang="en-US"/>
        </a:p>
      </dgm:t>
    </dgm:pt>
    <dgm:pt modelId="{6DBFFF0A-15CE-4636-990D-7EE6E47E7EF1}" type="parTrans" cxnId="{9151AD4A-6C84-434C-B7C6-9FCF5AC25169}">
      <dgm:prSet/>
      <dgm:spPr/>
      <dgm:t>
        <a:bodyPr/>
        <a:lstStyle/>
        <a:p>
          <a:endParaRPr lang="en-US"/>
        </a:p>
      </dgm:t>
    </dgm:pt>
    <dgm:pt modelId="{1EE655F0-CC12-4E2E-82FC-F6F6B83D0A1D}" type="sibTrans" cxnId="{9151AD4A-6C84-434C-B7C6-9FCF5AC25169}">
      <dgm:prSet/>
      <dgm:spPr/>
      <dgm:t>
        <a:bodyPr/>
        <a:lstStyle/>
        <a:p>
          <a:endParaRPr lang="en-US"/>
        </a:p>
      </dgm:t>
    </dgm:pt>
    <dgm:pt modelId="{B0D4682D-DCF2-4F1A-BC74-B47051755FE1}">
      <dgm:prSet/>
      <dgm:spPr/>
      <dgm:t>
        <a:bodyPr/>
        <a:lstStyle/>
        <a:p>
          <a:r>
            <a:rPr lang="en-US" b="0" i="0"/>
            <a:t>Need for structured security governance</a:t>
          </a:r>
          <a:endParaRPr lang="en-US"/>
        </a:p>
      </dgm:t>
    </dgm:pt>
    <dgm:pt modelId="{124CB8EE-F94A-4D4A-B926-A88292D627B0}" type="parTrans" cxnId="{C6B26D3F-6086-4AAD-9510-46A05D0CE919}">
      <dgm:prSet/>
      <dgm:spPr/>
      <dgm:t>
        <a:bodyPr/>
        <a:lstStyle/>
        <a:p>
          <a:endParaRPr lang="en-US"/>
        </a:p>
      </dgm:t>
    </dgm:pt>
    <dgm:pt modelId="{1CBEF182-D39F-46F2-B6E6-962832168DAE}" type="sibTrans" cxnId="{C6B26D3F-6086-4AAD-9510-46A05D0CE919}">
      <dgm:prSet/>
      <dgm:spPr/>
      <dgm:t>
        <a:bodyPr/>
        <a:lstStyle/>
        <a:p>
          <a:endParaRPr lang="en-US"/>
        </a:p>
      </dgm:t>
    </dgm:pt>
    <dgm:pt modelId="{710A6C42-BF61-4C93-8593-83B44F1AB5F8}" type="pres">
      <dgm:prSet presAssocID="{ACFF1149-D48D-4EEC-86D9-DBC6FA444A31}" presName="root" presStyleCnt="0">
        <dgm:presLayoutVars>
          <dgm:dir/>
          <dgm:resizeHandles val="exact"/>
        </dgm:presLayoutVars>
      </dgm:prSet>
      <dgm:spPr/>
    </dgm:pt>
    <dgm:pt modelId="{114F255E-18C8-4DC3-A0E9-2A9634523C1A}" type="pres">
      <dgm:prSet presAssocID="{0CA8C124-10D5-48B7-9804-2FEB44082E71}" presName="compNode" presStyleCnt="0"/>
      <dgm:spPr/>
    </dgm:pt>
    <dgm:pt modelId="{342AF595-AE2E-48AB-A9FB-329A77C33597}" type="pres">
      <dgm:prSet presAssocID="{0CA8C124-10D5-48B7-9804-2FEB44082E71}" presName="bgRect" presStyleLbl="bgShp" presStyleIdx="0" presStyleCnt="3"/>
      <dgm:spPr/>
    </dgm:pt>
    <dgm:pt modelId="{6EAE257D-E02F-4ED6-BE3E-1BC8F0D0ACF5}" type="pres">
      <dgm:prSet presAssocID="{0CA8C124-10D5-48B7-9804-2FEB44082E7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5D3EEC8-15EE-4AE4-BF78-888069FFA48C}" type="pres">
      <dgm:prSet presAssocID="{0CA8C124-10D5-48B7-9804-2FEB44082E71}" presName="spaceRect" presStyleCnt="0"/>
      <dgm:spPr/>
    </dgm:pt>
    <dgm:pt modelId="{50FCE970-D240-4313-9446-805BAA79C70B}" type="pres">
      <dgm:prSet presAssocID="{0CA8C124-10D5-48B7-9804-2FEB44082E71}" presName="parTx" presStyleLbl="revTx" presStyleIdx="0" presStyleCnt="3">
        <dgm:presLayoutVars>
          <dgm:chMax val="0"/>
          <dgm:chPref val="0"/>
        </dgm:presLayoutVars>
      </dgm:prSet>
      <dgm:spPr/>
    </dgm:pt>
    <dgm:pt modelId="{C8AFF981-48C9-4DB6-AB25-C51B674E736C}" type="pres">
      <dgm:prSet presAssocID="{2F96B109-D71A-4A7D-9208-00047A29250B}" presName="sibTrans" presStyleCnt="0"/>
      <dgm:spPr/>
    </dgm:pt>
    <dgm:pt modelId="{EE5559E6-35EA-4F53-B656-81A72E432B25}" type="pres">
      <dgm:prSet presAssocID="{B1355546-470D-4693-AA1C-9D35F6598F9A}" presName="compNode" presStyleCnt="0"/>
      <dgm:spPr/>
    </dgm:pt>
    <dgm:pt modelId="{A6DBD208-974B-4F72-AB5B-9DE249E8B54C}" type="pres">
      <dgm:prSet presAssocID="{B1355546-470D-4693-AA1C-9D35F6598F9A}" presName="bgRect" presStyleLbl="bgShp" presStyleIdx="1" presStyleCnt="3"/>
      <dgm:spPr/>
    </dgm:pt>
    <dgm:pt modelId="{83FEEB1E-67B0-4A1D-B014-30D9F023F459}" type="pres">
      <dgm:prSet presAssocID="{B1355546-470D-4693-AA1C-9D35F6598F9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9A1D83A4-5BE7-4A5B-B00A-A9AA4591EB36}" type="pres">
      <dgm:prSet presAssocID="{B1355546-470D-4693-AA1C-9D35F6598F9A}" presName="spaceRect" presStyleCnt="0"/>
      <dgm:spPr/>
    </dgm:pt>
    <dgm:pt modelId="{DE6787FC-BB48-47CC-A902-CF2A03B4F675}" type="pres">
      <dgm:prSet presAssocID="{B1355546-470D-4693-AA1C-9D35F6598F9A}" presName="parTx" presStyleLbl="revTx" presStyleIdx="1" presStyleCnt="3">
        <dgm:presLayoutVars>
          <dgm:chMax val="0"/>
          <dgm:chPref val="0"/>
        </dgm:presLayoutVars>
      </dgm:prSet>
      <dgm:spPr/>
    </dgm:pt>
    <dgm:pt modelId="{2BF5F84E-0EAD-4389-9D65-38533F6968C2}" type="pres">
      <dgm:prSet presAssocID="{1EE655F0-CC12-4E2E-82FC-F6F6B83D0A1D}" presName="sibTrans" presStyleCnt="0"/>
      <dgm:spPr/>
    </dgm:pt>
    <dgm:pt modelId="{FBE225FD-C106-4079-BF4F-776F1FA98A2D}" type="pres">
      <dgm:prSet presAssocID="{B0D4682D-DCF2-4F1A-BC74-B47051755FE1}" presName="compNode" presStyleCnt="0"/>
      <dgm:spPr/>
    </dgm:pt>
    <dgm:pt modelId="{01856A65-D2B8-454E-A94B-337DBEBC4F38}" type="pres">
      <dgm:prSet presAssocID="{B0D4682D-DCF2-4F1A-BC74-B47051755FE1}" presName="bgRect" presStyleLbl="bgShp" presStyleIdx="2" presStyleCnt="3"/>
      <dgm:spPr/>
    </dgm:pt>
    <dgm:pt modelId="{8419F8D8-F7DF-421F-B62F-90218F65E0EE}" type="pres">
      <dgm:prSet presAssocID="{B0D4682D-DCF2-4F1A-BC74-B47051755FE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B3C7F99-2E38-444C-ADEB-A0C93AE4E5E4}" type="pres">
      <dgm:prSet presAssocID="{B0D4682D-DCF2-4F1A-BC74-B47051755FE1}" presName="spaceRect" presStyleCnt="0"/>
      <dgm:spPr/>
    </dgm:pt>
    <dgm:pt modelId="{C5678742-ED57-47D3-9BB5-769AC86423F1}" type="pres">
      <dgm:prSet presAssocID="{B0D4682D-DCF2-4F1A-BC74-B47051755FE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E002C3A-505F-4452-A450-30213D746301}" type="presOf" srcId="{B1355546-470D-4693-AA1C-9D35F6598F9A}" destId="{DE6787FC-BB48-47CC-A902-CF2A03B4F675}" srcOrd="0" destOrd="0" presId="urn:microsoft.com/office/officeart/2018/2/layout/IconVerticalSolidList"/>
    <dgm:cxn modelId="{C6B26D3F-6086-4AAD-9510-46A05D0CE919}" srcId="{ACFF1149-D48D-4EEC-86D9-DBC6FA444A31}" destId="{B0D4682D-DCF2-4F1A-BC74-B47051755FE1}" srcOrd="2" destOrd="0" parTransId="{124CB8EE-F94A-4D4A-B926-A88292D627B0}" sibTransId="{1CBEF182-D39F-46F2-B6E6-962832168DAE}"/>
    <dgm:cxn modelId="{4907BB45-FA12-46E8-934D-D6E379BFB80B}" type="presOf" srcId="{ACFF1149-D48D-4EEC-86D9-DBC6FA444A31}" destId="{710A6C42-BF61-4C93-8593-83B44F1AB5F8}" srcOrd="0" destOrd="0" presId="urn:microsoft.com/office/officeart/2018/2/layout/IconVerticalSolidList"/>
    <dgm:cxn modelId="{9151AD4A-6C84-434C-B7C6-9FCF5AC25169}" srcId="{ACFF1149-D48D-4EEC-86D9-DBC6FA444A31}" destId="{B1355546-470D-4693-AA1C-9D35F6598F9A}" srcOrd="1" destOrd="0" parTransId="{6DBFFF0A-15CE-4636-990D-7EE6E47E7EF1}" sibTransId="{1EE655F0-CC12-4E2E-82FC-F6F6B83D0A1D}"/>
    <dgm:cxn modelId="{F35BF956-AF89-42C7-860A-FB1156801D6E}" srcId="{ACFF1149-D48D-4EEC-86D9-DBC6FA444A31}" destId="{0CA8C124-10D5-48B7-9804-2FEB44082E71}" srcOrd="0" destOrd="0" parTransId="{901C6EF0-9CE9-4C0D-A201-D053639EF480}" sibTransId="{2F96B109-D71A-4A7D-9208-00047A29250B}"/>
    <dgm:cxn modelId="{C7C36559-B47B-4C11-98A8-F85C8968F0E7}" type="presOf" srcId="{0CA8C124-10D5-48B7-9804-2FEB44082E71}" destId="{50FCE970-D240-4313-9446-805BAA79C70B}" srcOrd="0" destOrd="0" presId="urn:microsoft.com/office/officeart/2018/2/layout/IconVerticalSolidList"/>
    <dgm:cxn modelId="{7CAD87C0-C906-4EB8-9986-A837E68EBD29}" type="presOf" srcId="{B0D4682D-DCF2-4F1A-BC74-B47051755FE1}" destId="{C5678742-ED57-47D3-9BB5-769AC86423F1}" srcOrd="0" destOrd="0" presId="urn:microsoft.com/office/officeart/2018/2/layout/IconVerticalSolidList"/>
    <dgm:cxn modelId="{7BEC15BB-E8B8-428F-8A32-75B5F4F2A1C5}" type="presParOf" srcId="{710A6C42-BF61-4C93-8593-83B44F1AB5F8}" destId="{114F255E-18C8-4DC3-A0E9-2A9634523C1A}" srcOrd="0" destOrd="0" presId="urn:microsoft.com/office/officeart/2018/2/layout/IconVerticalSolidList"/>
    <dgm:cxn modelId="{3E4128B6-A8A9-487A-817C-DE0B2D52FFA4}" type="presParOf" srcId="{114F255E-18C8-4DC3-A0E9-2A9634523C1A}" destId="{342AF595-AE2E-48AB-A9FB-329A77C33597}" srcOrd="0" destOrd="0" presId="urn:microsoft.com/office/officeart/2018/2/layout/IconVerticalSolidList"/>
    <dgm:cxn modelId="{B05FE470-EC7C-4AFC-BCD7-8483EE7A5BB1}" type="presParOf" srcId="{114F255E-18C8-4DC3-A0E9-2A9634523C1A}" destId="{6EAE257D-E02F-4ED6-BE3E-1BC8F0D0ACF5}" srcOrd="1" destOrd="0" presId="urn:microsoft.com/office/officeart/2018/2/layout/IconVerticalSolidList"/>
    <dgm:cxn modelId="{03CAC8F0-3D54-4E49-AC99-6B787FFD7C2B}" type="presParOf" srcId="{114F255E-18C8-4DC3-A0E9-2A9634523C1A}" destId="{95D3EEC8-15EE-4AE4-BF78-888069FFA48C}" srcOrd="2" destOrd="0" presId="urn:microsoft.com/office/officeart/2018/2/layout/IconVerticalSolidList"/>
    <dgm:cxn modelId="{7C0135AF-2CD9-4932-B80F-F1031559FB4A}" type="presParOf" srcId="{114F255E-18C8-4DC3-A0E9-2A9634523C1A}" destId="{50FCE970-D240-4313-9446-805BAA79C70B}" srcOrd="3" destOrd="0" presId="urn:microsoft.com/office/officeart/2018/2/layout/IconVerticalSolidList"/>
    <dgm:cxn modelId="{D5BC9BD6-9249-4112-BF12-C6949978DAD3}" type="presParOf" srcId="{710A6C42-BF61-4C93-8593-83B44F1AB5F8}" destId="{C8AFF981-48C9-4DB6-AB25-C51B674E736C}" srcOrd="1" destOrd="0" presId="urn:microsoft.com/office/officeart/2018/2/layout/IconVerticalSolidList"/>
    <dgm:cxn modelId="{232C921F-E5D3-4F4C-8845-330E72572181}" type="presParOf" srcId="{710A6C42-BF61-4C93-8593-83B44F1AB5F8}" destId="{EE5559E6-35EA-4F53-B656-81A72E432B25}" srcOrd="2" destOrd="0" presId="urn:microsoft.com/office/officeart/2018/2/layout/IconVerticalSolidList"/>
    <dgm:cxn modelId="{73A2B90B-FC9C-4F8A-8AAF-7E09EA88F532}" type="presParOf" srcId="{EE5559E6-35EA-4F53-B656-81A72E432B25}" destId="{A6DBD208-974B-4F72-AB5B-9DE249E8B54C}" srcOrd="0" destOrd="0" presId="urn:microsoft.com/office/officeart/2018/2/layout/IconVerticalSolidList"/>
    <dgm:cxn modelId="{3F84FCE5-4BA7-4EC8-AB82-F50E0B34F8F3}" type="presParOf" srcId="{EE5559E6-35EA-4F53-B656-81A72E432B25}" destId="{83FEEB1E-67B0-4A1D-B014-30D9F023F459}" srcOrd="1" destOrd="0" presId="urn:microsoft.com/office/officeart/2018/2/layout/IconVerticalSolidList"/>
    <dgm:cxn modelId="{0A481B4E-BE4F-403D-8533-4506D5DD7219}" type="presParOf" srcId="{EE5559E6-35EA-4F53-B656-81A72E432B25}" destId="{9A1D83A4-5BE7-4A5B-B00A-A9AA4591EB36}" srcOrd="2" destOrd="0" presId="urn:microsoft.com/office/officeart/2018/2/layout/IconVerticalSolidList"/>
    <dgm:cxn modelId="{CDC14BFA-015E-480D-A85F-D43DEEF304DA}" type="presParOf" srcId="{EE5559E6-35EA-4F53-B656-81A72E432B25}" destId="{DE6787FC-BB48-47CC-A902-CF2A03B4F675}" srcOrd="3" destOrd="0" presId="urn:microsoft.com/office/officeart/2018/2/layout/IconVerticalSolidList"/>
    <dgm:cxn modelId="{B9AF3559-C6A7-45B6-87D9-A1BAD6BB88A7}" type="presParOf" srcId="{710A6C42-BF61-4C93-8593-83B44F1AB5F8}" destId="{2BF5F84E-0EAD-4389-9D65-38533F6968C2}" srcOrd="3" destOrd="0" presId="urn:microsoft.com/office/officeart/2018/2/layout/IconVerticalSolidList"/>
    <dgm:cxn modelId="{7EDDC0E0-041F-4173-A1CC-5D7AE52D09BE}" type="presParOf" srcId="{710A6C42-BF61-4C93-8593-83B44F1AB5F8}" destId="{FBE225FD-C106-4079-BF4F-776F1FA98A2D}" srcOrd="4" destOrd="0" presId="urn:microsoft.com/office/officeart/2018/2/layout/IconVerticalSolidList"/>
    <dgm:cxn modelId="{2A3F2C55-6C9A-4FF4-A7AA-8B1522AC31D6}" type="presParOf" srcId="{FBE225FD-C106-4079-BF4F-776F1FA98A2D}" destId="{01856A65-D2B8-454E-A94B-337DBEBC4F38}" srcOrd="0" destOrd="0" presId="urn:microsoft.com/office/officeart/2018/2/layout/IconVerticalSolidList"/>
    <dgm:cxn modelId="{324C99CD-D4AD-41E8-A938-7A55B7BD396B}" type="presParOf" srcId="{FBE225FD-C106-4079-BF4F-776F1FA98A2D}" destId="{8419F8D8-F7DF-421F-B62F-90218F65E0EE}" srcOrd="1" destOrd="0" presId="urn:microsoft.com/office/officeart/2018/2/layout/IconVerticalSolidList"/>
    <dgm:cxn modelId="{272B319C-7435-40C6-B972-CDBDA83D66E8}" type="presParOf" srcId="{FBE225FD-C106-4079-BF4F-776F1FA98A2D}" destId="{DB3C7F99-2E38-444C-ADEB-A0C93AE4E5E4}" srcOrd="2" destOrd="0" presId="urn:microsoft.com/office/officeart/2018/2/layout/IconVerticalSolidList"/>
    <dgm:cxn modelId="{BDE31FEB-A2C5-4945-B837-8793D4C4474E}" type="presParOf" srcId="{FBE225FD-C106-4079-BF4F-776F1FA98A2D}" destId="{C5678742-ED57-47D3-9BB5-769AC86423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C12BF3-0EFC-482F-9834-30507501A81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7F61530-D3D7-4E30-9403-68C665B63983}">
      <dgm:prSet/>
      <dgm:spPr/>
      <dgm:t>
        <a:bodyPr/>
        <a:lstStyle/>
        <a:p>
          <a:r>
            <a:rPr lang="en-US" b="0" i="0"/>
            <a:t>Identify assets</a:t>
          </a:r>
          <a:endParaRPr lang="en-US"/>
        </a:p>
      </dgm:t>
    </dgm:pt>
    <dgm:pt modelId="{31BB11C2-C648-4936-AF2F-D5F88300755F}" type="parTrans" cxnId="{AAE09DD5-5161-4C51-910C-FF09E6B8072E}">
      <dgm:prSet/>
      <dgm:spPr/>
      <dgm:t>
        <a:bodyPr/>
        <a:lstStyle/>
        <a:p>
          <a:endParaRPr lang="en-US"/>
        </a:p>
      </dgm:t>
    </dgm:pt>
    <dgm:pt modelId="{BE25BBC8-B355-4F63-B746-253453DDB0F5}" type="sibTrans" cxnId="{AAE09DD5-5161-4C51-910C-FF09E6B8072E}">
      <dgm:prSet/>
      <dgm:spPr/>
      <dgm:t>
        <a:bodyPr/>
        <a:lstStyle/>
        <a:p>
          <a:endParaRPr lang="en-US"/>
        </a:p>
      </dgm:t>
    </dgm:pt>
    <dgm:pt modelId="{D9621D0E-3B21-47EA-B6C9-51DECBAA78D2}">
      <dgm:prSet/>
      <dgm:spPr/>
      <dgm:t>
        <a:bodyPr/>
        <a:lstStyle/>
        <a:p>
          <a:r>
            <a:rPr lang="en-US" b="0" i="0"/>
            <a:t>Assess risks</a:t>
          </a:r>
          <a:endParaRPr lang="en-US"/>
        </a:p>
      </dgm:t>
    </dgm:pt>
    <dgm:pt modelId="{BB504C4E-F8EF-4B3B-9B93-9435366F9ACB}" type="parTrans" cxnId="{2CDE4B0F-29D0-4120-8378-1FBE34A4DBAF}">
      <dgm:prSet/>
      <dgm:spPr/>
      <dgm:t>
        <a:bodyPr/>
        <a:lstStyle/>
        <a:p>
          <a:endParaRPr lang="en-US"/>
        </a:p>
      </dgm:t>
    </dgm:pt>
    <dgm:pt modelId="{98F8E480-7BB4-424F-98BC-C8311FF07513}" type="sibTrans" cxnId="{2CDE4B0F-29D0-4120-8378-1FBE34A4DBAF}">
      <dgm:prSet/>
      <dgm:spPr/>
      <dgm:t>
        <a:bodyPr/>
        <a:lstStyle/>
        <a:p>
          <a:endParaRPr lang="en-US"/>
        </a:p>
      </dgm:t>
    </dgm:pt>
    <dgm:pt modelId="{3BF3993E-1A2B-4B47-B56E-C2D56E4BC0C1}">
      <dgm:prSet/>
      <dgm:spPr/>
      <dgm:t>
        <a:bodyPr/>
        <a:lstStyle/>
        <a:p>
          <a:r>
            <a:rPr lang="en-US" b="0" i="0"/>
            <a:t>Implement controls</a:t>
          </a:r>
          <a:endParaRPr lang="en-US"/>
        </a:p>
      </dgm:t>
    </dgm:pt>
    <dgm:pt modelId="{684FA453-47E2-4B2C-BFA0-FE56A41D5D1B}" type="parTrans" cxnId="{D5A195DC-D9A7-4049-81AD-B97310C90DD4}">
      <dgm:prSet/>
      <dgm:spPr/>
      <dgm:t>
        <a:bodyPr/>
        <a:lstStyle/>
        <a:p>
          <a:endParaRPr lang="en-US"/>
        </a:p>
      </dgm:t>
    </dgm:pt>
    <dgm:pt modelId="{FC3E202D-35FE-4FE7-9F56-D8A623DE36F4}" type="sibTrans" cxnId="{D5A195DC-D9A7-4049-81AD-B97310C90DD4}">
      <dgm:prSet/>
      <dgm:spPr/>
      <dgm:t>
        <a:bodyPr/>
        <a:lstStyle/>
        <a:p>
          <a:endParaRPr lang="en-US"/>
        </a:p>
      </dgm:t>
    </dgm:pt>
    <dgm:pt modelId="{5140FE6B-15A0-4C7E-8780-63D8878E2C85}">
      <dgm:prSet/>
      <dgm:spPr/>
      <dgm:t>
        <a:bodyPr/>
        <a:lstStyle/>
        <a:p>
          <a:r>
            <a:rPr lang="en-US" b="0" i="0"/>
            <a:t>Ensure business continuity (BIA &amp; DR)</a:t>
          </a:r>
          <a:endParaRPr lang="en-US"/>
        </a:p>
      </dgm:t>
    </dgm:pt>
    <dgm:pt modelId="{02F8510E-1FC9-40A3-9507-4A9EAF5DA012}" type="parTrans" cxnId="{AA3740DC-34F1-4F4A-B031-06CBBE5C7087}">
      <dgm:prSet/>
      <dgm:spPr/>
      <dgm:t>
        <a:bodyPr/>
        <a:lstStyle/>
        <a:p>
          <a:endParaRPr lang="en-US"/>
        </a:p>
      </dgm:t>
    </dgm:pt>
    <dgm:pt modelId="{73425495-E4C0-469D-8B66-E9A4D16EF5ED}" type="sibTrans" cxnId="{AA3740DC-34F1-4F4A-B031-06CBBE5C7087}">
      <dgm:prSet/>
      <dgm:spPr/>
      <dgm:t>
        <a:bodyPr/>
        <a:lstStyle/>
        <a:p>
          <a:endParaRPr lang="en-US"/>
        </a:p>
      </dgm:t>
    </dgm:pt>
    <dgm:pt modelId="{D47B5EDA-C219-4EE5-8860-10FFD586AD6E}" type="pres">
      <dgm:prSet presAssocID="{2EC12BF3-0EFC-482F-9834-30507501A818}" presName="root" presStyleCnt="0">
        <dgm:presLayoutVars>
          <dgm:dir/>
          <dgm:resizeHandles val="exact"/>
        </dgm:presLayoutVars>
      </dgm:prSet>
      <dgm:spPr/>
    </dgm:pt>
    <dgm:pt modelId="{51059736-DD2F-471B-8169-0A93AD9722A7}" type="pres">
      <dgm:prSet presAssocID="{47F61530-D3D7-4E30-9403-68C665B63983}" presName="compNode" presStyleCnt="0"/>
      <dgm:spPr/>
    </dgm:pt>
    <dgm:pt modelId="{7DCFD985-0EBE-4D7A-BAA0-70796D848660}" type="pres">
      <dgm:prSet presAssocID="{47F61530-D3D7-4E30-9403-68C665B63983}" presName="bgRect" presStyleLbl="bgShp" presStyleIdx="0" presStyleCnt="4"/>
      <dgm:spPr/>
    </dgm:pt>
    <dgm:pt modelId="{6EC694D9-552A-4C9C-8EE0-92FEBA244E85}" type="pres">
      <dgm:prSet presAssocID="{47F61530-D3D7-4E30-9403-68C665B6398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61865C4-8633-45A4-A174-9C8E2F72DAC1}" type="pres">
      <dgm:prSet presAssocID="{47F61530-D3D7-4E30-9403-68C665B63983}" presName="spaceRect" presStyleCnt="0"/>
      <dgm:spPr/>
    </dgm:pt>
    <dgm:pt modelId="{556CEB9C-5478-4473-A8B4-72AF4440156F}" type="pres">
      <dgm:prSet presAssocID="{47F61530-D3D7-4E30-9403-68C665B63983}" presName="parTx" presStyleLbl="revTx" presStyleIdx="0" presStyleCnt="4">
        <dgm:presLayoutVars>
          <dgm:chMax val="0"/>
          <dgm:chPref val="0"/>
        </dgm:presLayoutVars>
      </dgm:prSet>
      <dgm:spPr/>
    </dgm:pt>
    <dgm:pt modelId="{CAA1382E-8D44-44AA-BEB1-4F728DF2D281}" type="pres">
      <dgm:prSet presAssocID="{BE25BBC8-B355-4F63-B746-253453DDB0F5}" presName="sibTrans" presStyleCnt="0"/>
      <dgm:spPr/>
    </dgm:pt>
    <dgm:pt modelId="{425B4816-7115-434E-8D52-908A714787C9}" type="pres">
      <dgm:prSet presAssocID="{D9621D0E-3B21-47EA-B6C9-51DECBAA78D2}" presName="compNode" presStyleCnt="0"/>
      <dgm:spPr/>
    </dgm:pt>
    <dgm:pt modelId="{5E57EC16-774E-40A8-892A-3550408069DA}" type="pres">
      <dgm:prSet presAssocID="{D9621D0E-3B21-47EA-B6C9-51DECBAA78D2}" presName="bgRect" presStyleLbl="bgShp" presStyleIdx="1" presStyleCnt="4"/>
      <dgm:spPr/>
    </dgm:pt>
    <dgm:pt modelId="{12523D99-01FC-4340-AA9B-37F668EA7AB3}" type="pres">
      <dgm:prSet presAssocID="{D9621D0E-3B21-47EA-B6C9-51DECBAA78D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E866C42-4999-46BA-8746-589B8FFBEA53}" type="pres">
      <dgm:prSet presAssocID="{D9621D0E-3B21-47EA-B6C9-51DECBAA78D2}" presName="spaceRect" presStyleCnt="0"/>
      <dgm:spPr/>
    </dgm:pt>
    <dgm:pt modelId="{887D16A1-C30B-454D-A776-55F767CA4973}" type="pres">
      <dgm:prSet presAssocID="{D9621D0E-3B21-47EA-B6C9-51DECBAA78D2}" presName="parTx" presStyleLbl="revTx" presStyleIdx="1" presStyleCnt="4">
        <dgm:presLayoutVars>
          <dgm:chMax val="0"/>
          <dgm:chPref val="0"/>
        </dgm:presLayoutVars>
      </dgm:prSet>
      <dgm:spPr/>
    </dgm:pt>
    <dgm:pt modelId="{D83233CC-C5EC-4028-B2DF-B45033E771D8}" type="pres">
      <dgm:prSet presAssocID="{98F8E480-7BB4-424F-98BC-C8311FF07513}" presName="sibTrans" presStyleCnt="0"/>
      <dgm:spPr/>
    </dgm:pt>
    <dgm:pt modelId="{A540D0DF-D68B-4E5D-9041-7C5931B5FD58}" type="pres">
      <dgm:prSet presAssocID="{3BF3993E-1A2B-4B47-B56E-C2D56E4BC0C1}" presName="compNode" presStyleCnt="0"/>
      <dgm:spPr/>
    </dgm:pt>
    <dgm:pt modelId="{2A63C61B-84DB-4D59-8F5A-4613A3DB4030}" type="pres">
      <dgm:prSet presAssocID="{3BF3993E-1A2B-4B47-B56E-C2D56E4BC0C1}" presName="bgRect" presStyleLbl="bgShp" presStyleIdx="2" presStyleCnt="4"/>
      <dgm:spPr/>
    </dgm:pt>
    <dgm:pt modelId="{A8215EC7-A534-4975-90D8-0E37A7109D4B}" type="pres">
      <dgm:prSet presAssocID="{3BF3993E-1A2B-4B47-B56E-C2D56E4BC0C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B5EC88D9-7259-45DA-BAB7-77C0B497C7D5}" type="pres">
      <dgm:prSet presAssocID="{3BF3993E-1A2B-4B47-B56E-C2D56E4BC0C1}" presName="spaceRect" presStyleCnt="0"/>
      <dgm:spPr/>
    </dgm:pt>
    <dgm:pt modelId="{13DA82BC-F07D-4059-A2B7-CF38006D550E}" type="pres">
      <dgm:prSet presAssocID="{3BF3993E-1A2B-4B47-B56E-C2D56E4BC0C1}" presName="parTx" presStyleLbl="revTx" presStyleIdx="2" presStyleCnt="4">
        <dgm:presLayoutVars>
          <dgm:chMax val="0"/>
          <dgm:chPref val="0"/>
        </dgm:presLayoutVars>
      </dgm:prSet>
      <dgm:spPr/>
    </dgm:pt>
    <dgm:pt modelId="{27129D7C-3503-4E25-A6A5-A9871F5DB2F4}" type="pres">
      <dgm:prSet presAssocID="{FC3E202D-35FE-4FE7-9F56-D8A623DE36F4}" presName="sibTrans" presStyleCnt="0"/>
      <dgm:spPr/>
    </dgm:pt>
    <dgm:pt modelId="{7C69F454-2970-4D1B-B738-88EF5C0C571A}" type="pres">
      <dgm:prSet presAssocID="{5140FE6B-15A0-4C7E-8780-63D8878E2C85}" presName="compNode" presStyleCnt="0"/>
      <dgm:spPr/>
    </dgm:pt>
    <dgm:pt modelId="{774451CB-9A40-4D5A-963F-CB06C7D95200}" type="pres">
      <dgm:prSet presAssocID="{5140FE6B-15A0-4C7E-8780-63D8878E2C85}" presName="bgRect" presStyleLbl="bgShp" presStyleIdx="3" presStyleCnt="4"/>
      <dgm:spPr/>
    </dgm:pt>
    <dgm:pt modelId="{82965BCF-EED7-4D79-910A-CF0BCDC4867D}" type="pres">
      <dgm:prSet presAssocID="{5140FE6B-15A0-4C7E-8780-63D8878E2C8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DB66C19-9714-45D1-BC67-39121E13E92C}" type="pres">
      <dgm:prSet presAssocID="{5140FE6B-15A0-4C7E-8780-63D8878E2C85}" presName="spaceRect" presStyleCnt="0"/>
      <dgm:spPr/>
    </dgm:pt>
    <dgm:pt modelId="{DBCA6BC4-6B46-470E-B7B4-3801763FA790}" type="pres">
      <dgm:prSet presAssocID="{5140FE6B-15A0-4C7E-8780-63D8878E2C8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CDE4B0F-29D0-4120-8378-1FBE34A4DBAF}" srcId="{2EC12BF3-0EFC-482F-9834-30507501A818}" destId="{D9621D0E-3B21-47EA-B6C9-51DECBAA78D2}" srcOrd="1" destOrd="0" parTransId="{BB504C4E-F8EF-4B3B-9B93-9435366F9ACB}" sibTransId="{98F8E480-7BB4-424F-98BC-C8311FF07513}"/>
    <dgm:cxn modelId="{EA1B5022-E17C-439C-9831-57BCA9288ECD}" type="presOf" srcId="{3BF3993E-1A2B-4B47-B56E-C2D56E4BC0C1}" destId="{13DA82BC-F07D-4059-A2B7-CF38006D550E}" srcOrd="0" destOrd="0" presId="urn:microsoft.com/office/officeart/2018/2/layout/IconVerticalSolidList"/>
    <dgm:cxn modelId="{7668646E-EAA1-4A01-93F3-D20B50636DD0}" type="presOf" srcId="{5140FE6B-15A0-4C7E-8780-63D8878E2C85}" destId="{DBCA6BC4-6B46-470E-B7B4-3801763FA790}" srcOrd="0" destOrd="0" presId="urn:microsoft.com/office/officeart/2018/2/layout/IconVerticalSolidList"/>
    <dgm:cxn modelId="{B45613C5-7505-4C5C-91DC-05D32B425DC5}" type="presOf" srcId="{D9621D0E-3B21-47EA-B6C9-51DECBAA78D2}" destId="{887D16A1-C30B-454D-A776-55F767CA4973}" srcOrd="0" destOrd="0" presId="urn:microsoft.com/office/officeart/2018/2/layout/IconVerticalSolidList"/>
    <dgm:cxn modelId="{AAE09DD5-5161-4C51-910C-FF09E6B8072E}" srcId="{2EC12BF3-0EFC-482F-9834-30507501A818}" destId="{47F61530-D3D7-4E30-9403-68C665B63983}" srcOrd="0" destOrd="0" parTransId="{31BB11C2-C648-4936-AF2F-D5F88300755F}" sibTransId="{BE25BBC8-B355-4F63-B746-253453DDB0F5}"/>
    <dgm:cxn modelId="{53F30ADC-A916-4A60-953E-4CBD684DFE7D}" type="presOf" srcId="{2EC12BF3-0EFC-482F-9834-30507501A818}" destId="{D47B5EDA-C219-4EE5-8860-10FFD586AD6E}" srcOrd="0" destOrd="0" presId="urn:microsoft.com/office/officeart/2018/2/layout/IconVerticalSolidList"/>
    <dgm:cxn modelId="{AA3740DC-34F1-4F4A-B031-06CBBE5C7087}" srcId="{2EC12BF3-0EFC-482F-9834-30507501A818}" destId="{5140FE6B-15A0-4C7E-8780-63D8878E2C85}" srcOrd="3" destOrd="0" parTransId="{02F8510E-1FC9-40A3-9507-4A9EAF5DA012}" sibTransId="{73425495-E4C0-469D-8B66-E9A4D16EF5ED}"/>
    <dgm:cxn modelId="{D5A195DC-D9A7-4049-81AD-B97310C90DD4}" srcId="{2EC12BF3-0EFC-482F-9834-30507501A818}" destId="{3BF3993E-1A2B-4B47-B56E-C2D56E4BC0C1}" srcOrd="2" destOrd="0" parTransId="{684FA453-47E2-4B2C-BFA0-FE56A41D5D1B}" sibTransId="{FC3E202D-35FE-4FE7-9F56-D8A623DE36F4}"/>
    <dgm:cxn modelId="{BE03DBED-5C74-4A68-8115-304F90358052}" type="presOf" srcId="{47F61530-D3D7-4E30-9403-68C665B63983}" destId="{556CEB9C-5478-4473-A8B4-72AF4440156F}" srcOrd="0" destOrd="0" presId="urn:microsoft.com/office/officeart/2018/2/layout/IconVerticalSolidList"/>
    <dgm:cxn modelId="{1AA3614F-94E4-434F-A666-C0862767966D}" type="presParOf" srcId="{D47B5EDA-C219-4EE5-8860-10FFD586AD6E}" destId="{51059736-DD2F-471B-8169-0A93AD9722A7}" srcOrd="0" destOrd="0" presId="urn:microsoft.com/office/officeart/2018/2/layout/IconVerticalSolidList"/>
    <dgm:cxn modelId="{4B0B9AEE-726D-4A2D-9415-063CDA2A0563}" type="presParOf" srcId="{51059736-DD2F-471B-8169-0A93AD9722A7}" destId="{7DCFD985-0EBE-4D7A-BAA0-70796D848660}" srcOrd="0" destOrd="0" presId="urn:microsoft.com/office/officeart/2018/2/layout/IconVerticalSolidList"/>
    <dgm:cxn modelId="{DB3D0220-673A-45E5-B0AA-02E6BB8D72D0}" type="presParOf" srcId="{51059736-DD2F-471B-8169-0A93AD9722A7}" destId="{6EC694D9-552A-4C9C-8EE0-92FEBA244E85}" srcOrd="1" destOrd="0" presId="urn:microsoft.com/office/officeart/2018/2/layout/IconVerticalSolidList"/>
    <dgm:cxn modelId="{DF569F2B-5732-48DA-9155-EE145C21BCC3}" type="presParOf" srcId="{51059736-DD2F-471B-8169-0A93AD9722A7}" destId="{961865C4-8633-45A4-A174-9C8E2F72DAC1}" srcOrd="2" destOrd="0" presId="urn:microsoft.com/office/officeart/2018/2/layout/IconVerticalSolidList"/>
    <dgm:cxn modelId="{D3ACB1B8-B3E1-4A81-80A9-6323A7590DEF}" type="presParOf" srcId="{51059736-DD2F-471B-8169-0A93AD9722A7}" destId="{556CEB9C-5478-4473-A8B4-72AF4440156F}" srcOrd="3" destOrd="0" presId="urn:microsoft.com/office/officeart/2018/2/layout/IconVerticalSolidList"/>
    <dgm:cxn modelId="{49636C84-259E-4469-9EBF-A97D006A0EB8}" type="presParOf" srcId="{D47B5EDA-C219-4EE5-8860-10FFD586AD6E}" destId="{CAA1382E-8D44-44AA-BEB1-4F728DF2D281}" srcOrd="1" destOrd="0" presId="urn:microsoft.com/office/officeart/2018/2/layout/IconVerticalSolidList"/>
    <dgm:cxn modelId="{F6AA067D-F7F7-4D47-AAD9-E1CD2627BCB4}" type="presParOf" srcId="{D47B5EDA-C219-4EE5-8860-10FFD586AD6E}" destId="{425B4816-7115-434E-8D52-908A714787C9}" srcOrd="2" destOrd="0" presId="urn:microsoft.com/office/officeart/2018/2/layout/IconVerticalSolidList"/>
    <dgm:cxn modelId="{589740CD-757B-4DE2-9B87-40ECCE042017}" type="presParOf" srcId="{425B4816-7115-434E-8D52-908A714787C9}" destId="{5E57EC16-774E-40A8-892A-3550408069DA}" srcOrd="0" destOrd="0" presId="urn:microsoft.com/office/officeart/2018/2/layout/IconVerticalSolidList"/>
    <dgm:cxn modelId="{DD356E00-0AB1-4DC2-B78B-71CD9EC973CB}" type="presParOf" srcId="{425B4816-7115-434E-8D52-908A714787C9}" destId="{12523D99-01FC-4340-AA9B-37F668EA7AB3}" srcOrd="1" destOrd="0" presId="urn:microsoft.com/office/officeart/2018/2/layout/IconVerticalSolidList"/>
    <dgm:cxn modelId="{E7025FEA-EF6C-4B6E-AA8D-0142B10C7E7A}" type="presParOf" srcId="{425B4816-7115-434E-8D52-908A714787C9}" destId="{BE866C42-4999-46BA-8746-589B8FFBEA53}" srcOrd="2" destOrd="0" presId="urn:microsoft.com/office/officeart/2018/2/layout/IconVerticalSolidList"/>
    <dgm:cxn modelId="{3972BA93-0AC7-4E5F-8E7D-4CAAB7297E0C}" type="presParOf" srcId="{425B4816-7115-434E-8D52-908A714787C9}" destId="{887D16A1-C30B-454D-A776-55F767CA4973}" srcOrd="3" destOrd="0" presId="urn:microsoft.com/office/officeart/2018/2/layout/IconVerticalSolidList"/>
    <dgm:cxn modelId="{3B5FAEBA-43B5-4596-9408-A48CC271F57B}" type="presParOf" srcId="{D47B5EDA-C219-4EE5-8860-10FFD586AD6E}" destId="{D83233CC-C5EC-4028-B2DF-B45033E771D8}" srcOrd="3" destOrd="0" presId="urn:microsoft.com/office/officeart/2018/2/layout/IconVerticalSolidList"/>
    <dgm:cxn modelId="{ABA05C03-AA7F-48AA-A35E-A96F36ED5736}" type="presParOf" srcId="{D47B5EDA-C219-4EE5-8860-10FFD586AD6E}" destId="{A540D0DF-D68B-4E5D-9041-7C5931B5FD58}" srcOrd="4" destOrd="0" presId="urn:microsoft.com/office/officeart/2018/2/layout/IconVerticalSolidList"/>
    <dgm:cxn modelId="{6637F21E-468C-4EC0-BEF4-269A581AD1C8}" type="presParOf" srcId="{A540D0DF-D68B-4E5D-9041-7C5931B5FD58}" destId="{2A63C61B-84DB-4D59-8F5A-4613A3DB4030}" srcOrd="0" destOrd="0" presId="urn:microsoft.com/office/officeart/2018/2/layout/IconVerticalSolidList"/>
    <dgm:cxn modelId="{10BBEEA9-C3F0-48B3-8070-9855AA9994D2}" type="presParOf" srcId="{A540D0DF-D68B-4E5D-9041-7C5931B5FD58}" destId="{A8215EC7-A534-4975-90D8-0E37A7109D4B}" srcOrd="1" destOrd="0" presId="urn:microsoft.com/office/officeart/2018/2/layout/IconVerticalSolidList"/>
    <dgm:cxn modelId="{2F936298-FAFA-4E96-B8A5-B8F18D7C2B93}" type="presParOf" srcId="{A540D0DF-D68B-4E5D-9041-7C5931B5FD58}" destId="{B5EC88D9-7259-45DA-BAB7-77C0B497C7D5}" srcOrd="2" destOrd="0" presId="urn:microsoft.com/office/officeart/2018/2/layout/IconVerticalSolidList"/>
    <dgm:cxn modelId="{5E3EDA93-A8A8-4958-8D2C-82FE5A93B43E}" type="presParOf" srcId="{A540D0DF-D68B-4E5D-9041-7C5931B5FD58}" destId="{13DA82BC-F07D-4059-A2B7-CF38006D550E}" srcOrd="3" destOrd="0" presId="urn:microsoft.com/office/officeart/2018/2/layout/IconVerticalSolidList"/>
    <dgm:cxn modelId="{D792D23E-0E5B-40D1-A109-60E53AB5CD1D}" type="presParOf" srcId="{D47B5EDA-C219-4EE5-8860-10FFD586AD6E}" destId="{27129D7C-3503-4E25-A6A5-A9871F5DB2F4}" srcOrd="5" destOrd="0" presId="urn:microsoft.com/office/officeart/2018/2/layout/IconVerticalSolidList"/>
    <dgm:cxn modelId="{8AD95429-CEBD-421A-810E-6CFE1AD73C4D}" type="presParOf" srcId="{D47B5EDA-C219-4EE5-8860-10FFD586AD6E}" destId="{7C69F454-2970-4D1B-B738-88EF5C0C571A}" srcOrd="6" destOrd="0" presId="urn:microsoft.com/office/officeart/2018/2/layout/IconVerticalSolidList"/>
    <dgm:cxn modelId="{4DF5311C-003F-445A-B6DC-EA3349CA1372}" type="presParOf" srcId="{7C69F454-2970-4D1B-B738-88EF5C0C571A}" destId="{774451CB-9A40-4D5A-963F-CB06C7D95200}" srcOrd="0" destOrd="0" presId="urn:microsoft.com/office/officeart/2018/2/layout/IconVerticalSolidList"/>
    <dgm:cxn modelId="{0A985697-38C7-4657-824C-BB09A637231E}" type="presParOf" srcId="{7C69F454-2970-4D1B-B738-88EF5C0C571A}" destId="{82965BCF-EED7-4D79-910A-CF0BCDC4867D}" srcOrd="1" destOrd="0" presId="urn:microsoft.com/office/officeart/2018/2/layout/IconVerticalSolidList"/>
    <dgm:cxn modelId="{B28B4CFB-CD31-4C10-BBCA-C69FBDD3C2E6}" type="presParOf" srcId="{7C69F454-2970-4D1B-B738-88EF5C0C571A}" destId="{DDB66C19-9714-45D1-BC67-39121E13E92C}" srcOrd="2" destOrd="0" presId="urn:microsoft.com/office/officeart/2018/2/layout/IconVerticalSolidList"/>
    <dgm:cxn modelId="{7E3B184D-CF06-42FE-8892-F432F43CEC24}" type="presParOf" srcId="{7C69F454-2970-4D1B-B738-88EF5C0C571A}" destId="{DBCA6BC4-6B46-470E-B7B4-3801763FA7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F53028C-A36D-4E35-9004-B9987C63FD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B8B5F4C-667B-4408-BCDB-30CA5288B4A0}">
      <dgm:prSet/>
      <dgm:spPr/>
      <dgm:t>
        <a:bodyPr/>
        <a:lstStyle/>
        <a:p>
          <a:r>
            <a:rPr lang="en-US" b="0" i="0"/>
            <a:t>Critical assets include:</a:t>
          </a:r>
          <a:endParaRPr lang="en-US"/>
        </a:p>
      </dgm:t>
    </dgm:pt>
    <dgm:pt modelId="{BCA42D55-6C22-47D9-A285-D4ED17306195}" type="parTrans" cxnId="{EF19A609-AF46-4CC8-BA6A-660538FB6E9B}">
      <dgm:prSet/>
      <dgm:spPr/>
      <dgm:t>
        <a:bodyPr/>
        <a:lstStyle/>
        <a:p>
          <a:endParaRPr lang="en-US"/>
        </a:p>
      </dgm:t>
    </dgm:pt>
    <dgm:pt modelId="{A465B136-E20D-4CE5-B1FC-1CD0C2A72B09}" type="sibTrans" cxnId="{EF19A609-AF46-4CC8-BA6A-660538FB6E9B}">
      <dgm:prSet/>
      <dgm:spPr/>
      <dgm:t>
        <a:bodyPr/>
        <a:lstStyle/>
        <a:p>
          <a:endParaRPr lang="en-US"/>
        </a:p>
      </dgm:t>
    </dgm:pt>
    <dgm:pt modelId="{7886660B-0950-4855-A2EF-1B04FD74E9AC}">
      <dgm:prSet/>
      <dgm:spPr/>
      <dgm:t>
        <a:bodyPr/>
        <a:lstStyle/>
        <a:p>
          <a:r>
            <a:rPr lang="en-US" b="0" i="0"/>
            <a:t>Source code repository, AWS servers</a:t>
          </a:r>
          <a:endParaRPr lang="en-US"/>
        </a:p>
      </dgm:t>
    </dgm:pt>
    <dgm:pt modelId="{71E5A8A9-9054-4D7E-B595-6F476AE70901}" type="parTrans" cxnId="{5EF34183-1EF7-477F-9269-C5781C97F1E2}">
      <dgm:prSet/>
      <dgm:spPr/>
      <dgm:t>
        <a:bodyPr/>
        <a:lstStyle/>
        <a:p>
          <a:endParaRPr lang="en-US"/>
        </a:p>
      </dgm:t>
    </dgm:pt>
    <dgm:pt modelId="{20823E04-6AE0-4F24-B2C6-0F872F65A392}" type="sibTrans" cxnId="{5EF34183-1EF7-477F-9269-C5781C97F1E2}">
      <dgm:prSet/>
      <dgm:spPr/>
      <dgm:t>
        <a:bodyPr/>
        <a:lstStyle/>
        <a:p>
          <a:endParaRPr lang="en-US"/>
        </a:p>
      </dgm:t>
    </dgm:pt>
    <dgm:pt modelId="{A31470FB-9A52-4A44-8058-FC2B51C451DB}">
      <dgm:prSet/>
      <dgm:spPr/>
      <dgm:t>
        <a:bodyPr/>
        <a:lstStyle/>
        <a:p>
          <a:r>
            <a:rPr lang="en-US" b="0" i="0"/>
            <a:t>Employee laptops, firewall, SIEM</a:t>
          </a:r>
          <a:endParaRPr lang="en-US"/>
        </a:p>
      </dgm:t>
    </dgm:pt>
    <dgm:pt modelId="{30E9488B-33E6-4C9B-A50E-4CA3087D8581}" type="parTrans" cxnId="{1D4348EF-7944-47DA-B811-43814C7F4439}">
      <dgm:prSet/>
      <dgm:spPr/>
      <dgm:t>
        <a:bodyPr/>
        <a:lstStyle/>
        <a:p>
          <a:endParaRPr lang="en-US"/>
        </a:p>
      </dgm:t>
    </dgm:pt>
    <dgm:pt modelId="{01AE5792-477E-41C6-9305-06E3DE4F1023}" type="sibTrans" cxnId="{1D4348EF-7944-47DA-B811-43814C7F4439}">
      <dgm:prSet/>
      <dgm:spPr/>
      <dgm:t>
        <a:bodyPr/>
        <a:lstStyle/>
        <a:p>
          <a:endParaRPr lang="en-US"/>
        </a:p>
      </dgm:t>
    </dgm:pt>
    <dgm:pt modelId="{96DA7F08-F6B2-4587-9D4F-FCD3570B9E38}">
      <dgm:prSet/>
      <dgm:spPr/>
      <dgm:t>
        <a:bodyPr/>
        <a:lstStyle/>
        <a:p>
          <a:r>
            <a:rPr lang="en-US" b="0" i="0"/>
            <a:t>Client data and financial systems</a:t>
          </a:r>
          <a:endParaRPr lang="en-US"/>
        </a:p>
      </dgm:t>
    </dgm:pt>
    <dgm:pt modelId="{AEBE12D1-2F60-4C92-9119-B679D3B10960}" type="parTrans" cxnId="{4FA94EC9-AC28-463D-8347-72BC8B7045A9}">
      <dgm:prSet/>
      <dgm:spPr/>
      <dgm:t>
        <a:bodyPr/>
        <a:lstStyle/>
        <a:p>
          <a:endParaRPr lang="en-US"/>
        </a:p>
      </dgm:t>
    </dgm:pt>
    <dgm:pt modelId="{3AEB78DF-8301-4E88-886A-56C18A655136}" type="sibTrans" cxnId="{4FA94EC9-AC28-463D-8347-72BC8B7045A9}">
      <dgm:prSet/>
      <dgm:spPr/>
      <dgm:t>
        <a:bodyPr/>
        <a:lstStyle/>
        <a:p>
          <a:endParaRPr lang="en-US"/>
        </a:p>
      </dgm:t>
    </dgm:pt>
    <dgm:pt modelId="{7C20D9CE-1897-496F-B813-13A9E8A0E410}" type="pres">
      <dgm:prSet presAssocID="{5F53028C-A36D-4E35-9004-B9987C63FD2D}" presName="root" presStyleCnt="0">
        <dgm:presLayoutVars>
          <dgm:dir/>
          <dgm:resizeHandles val="exact"/>
        </dgm:presLayoutVars>
      </dgm:prSet>
      <dgm:spPr/>
    </dgm:pt>
    <dgm:pt modelId="{0BDFA1C7-28DB-46E4-8449-CBEB9A01F128}" type="pres">
      <dgm:prSet presAssocID="{1B8B5F4C-667B-4408-BCDB-30CA5288B4A0}" presName="compNode" presStyleCnt="0"/>
      <dgm:spPr/>
    </dgm:pt>
    <dgm:pt modelId="{65D17B1D-8444-45C7-86EF-B9BD2C5630C9}" type="pres">
      <dgm:prSet presAssocID="{1B8B5F4C-667B-4408-BCDB-30CA5288B4A0}" presName="bgRect" presStyleLbl="bgShp" presStyleIdx="0" presStyleCnt="4"/>
      <dgm:spPr/>
    </dgm:pt>
    <dgm:pt modelId="{8EC868BD-C9E4-4B8B-A4E2-E43192DB2FBF}" type="pres">
      <dgm:prSet presAssocID="{1B8B5F4C-667B-4408-BCDB-30CA5288B4A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7D2ED3E-E559-479F-AE7C-070A797D799C}" type="pres">
      <dgm:prSet presAssocID="{1B8B5F4C-667B-4408-BCDB-30CA5288B4A0}" presName="spaceRect" presStyleCnt="0"/>
      <dgm:spPr/>
    </dgm:pt>
    <dgm:pt modelId="{86211DC6-A61D-4B2F-8F5D-D9618F1C29B0}" type="pres">
      <dgm:prSet presAssocID="{1B8B5F4C-667B-4408-BCDB-30CA5288B4A0}" presName="parTx" presStyleLbl="revTx" presStyleIdx="0" presStyleCnt="4">
        <dgm:presLayoutVars>
          <dgm:chMax val="0"/>
          <dgm:chPref val="0"/>
        </dgm:presLayoutVars>
      </dgm:prSet>
      <dgm:spPr/>
    </dgm:pt>
    <dgm:pt modelId="{EE531AC7-0C6F-4D07-86B2-521D825278A7}" type="pres">
      <dgm:prSet presAssocID="{A465B136-E20D-4CE5-B1FC-1CD0C2A72B09}" presName="sibTrans" presStyleCnt="0"/>
      <dgm:spPr/>
    </dgm:pt>
    <dgm:pt modelId="{3AA7649C-CC46-49BB-8A0F-A9C055041B24}" type="pres">
      <dgm:prSet presAssocID="{7886660B-0950-4855-A2EF-1B04FD74E9AC}" presName="compNode" presStyleCnt="0"/>
      <dgm:spPr/>
    </dgm:pt>
    <dgm:pt modelId="{54EB5223-F2E0-49CF-ACFF-373ACF815E3A}" type="pres">
      <dgm:prSet presAssocID="{7886660B-0950-4855-A2EF-1B04FD74E9AC}" presName="bgRect" presStyleLbl="bgShp" presStyleIdx="1" presStyleCnt="4"/>
      <dgm:spPr/>
    </dgm:pt>
    <dgm:pt modelId="{3DA75DEF-8F40-4814-A47F-D3437E6B8C4D}" type="pres">
      <dgm:prSet presAssocID="{7886660B-0950-4855-A2EF-1B04FD74E9A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C1EA10A-3693-47B1-B380-D3E98F9B997A}" type="pres">
      <dgm:prSet presAssocID="{7886660B-0950-4855-A2EF-1B04FD74E9AC}" presName="spaceRect" presStyleCnt="0"/>
      <dgm:spPr/>
    </dgm:pt>
    <dgm:pt modelId="{8A3541DD-8C12-46B1-98FA-D5BE939C279E}" type="pres">
      <dgm:prSet presAssocID="{7886660B-0950-4855-A2EF-1B04FD74E9AC}" presName="parTx" presStyleLbl="revTx" presStyleIdx="1" presStyleCnt="4">
        <dgm:presLayoutVars>
          <dgm:chMax val="0"/>
          <dgm:chPref val="0"/>
        </dgm:presLayoutVars>
      </dgm:prSet>
      <dgm:spPr/>
    </dgm:pt>
    <dgm:pt modelId="{87B4D089-37C8-4B29-A49D-22573B9DB2F1}" type="pres">
      <dgm:prSet presAssocID="{20823E04-6AE0-4F24-B2C6-0F872F65A392}" presName="sibTrans" presStyleCnt="0"/>
      <dgm:spPr/>
    </dgm:pt>
    <dgm:pt modelId="{7E6B6C79-FFF1-45B6-8736-8C5780032920}" type="pres">
      <dgm:prSet presAssocID="{A31470FB-9A52-4A44-8058-FC2B51C451DB}" presName="compNode" presStyleCnt="0"/>
      <dgm:spPr/>
    </dgm:pt>
    <dgm:pt modelId="{F8755081-4D75-4FA4-A589-070F1A2C885E}" type="pres">
      <dgm:prSet presAssocID="{A31470FB-9A52-4A44-8058-FC2B51C451DB}" presName="bgRect" presStyleLbl="bgShp" presStyleIdx="2" presStyleCnt="4"/>
      <dgm:spPr/>
    </dgm:pt>
    <dgm:pt modelId="{EAD7D451-F90C-4BC4-A82A-FFB02D5AA85F}" type="pres">
      <dgm:prSet presAssocID="{A31470FB-9A52-4A44-8058-FC2B51C451D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109B47F-4984-4A02-9C84-CB2A5FFA0217}" type="pres">
      <dgm:prSet presAssocID="{A31470FB-9A52-4A44-8058-FC2B51C451DB}" presName="spaceRect" presStyleCnt="0"/>
      <dgm:spPr/>
    </dgm:pt>
    <dgm:pt modelId="{0EB7905C-B4C5-433C-9B9B-30C47365D936}" type="pres">
      <dgm:prSet presAssocID="{A31470FB-9A52-4A44-8058-FC2B51C451DB}" presName="parTx" presStyleLbl="revTx" presStyleIdx="2" presStyleCnt="4">
        <dgm:presLayoutVars>
          <dgm:chMax val="0"/>
          <dgm:chPref val="0"/>
        </dgm:presLayoutVars>
      </dgm:prSet>
      <dgm:spPr/>
    </dgm:pt>
    <dgm:pt modelId="{05CAE7DC-FBBA-4F96-BA6F-8E9F8236E133}" type="pres">
      <dgm:prSet presAssocID="{01AE5792-477E-41C6-9305-06E3DE4F1023}" presName="sibTrans" presStyleCnt="0"/>
      <dgm:spPr/>
    </dgm:pt>
    <dgm:pt modelId="{69E2197B-155B-4CCA-A3BB-71D1F2B2C42E}" type="pres">
      <dgm:prSet presAssocID="{96DA7F08-F6B2-4587-9D4F-FCD3570B9E38}" presName="compNode" presStyleCnt="0"/>
      <dgm:spPr/>
    </dgm:pt>
    <dgm:pt modelId="{9EF9E86A-087B-474E-B98B-26C988800524}" type="pres">
      <dgm:prSet presAssocID="{96DA7F08-F6B2-4587-9D4F-FCD3570B9E38}" presName="bgRect" presStyleLbl="bgShp" presStyleIdx="3" presStyleCnt="4"/>
      <dgm:spPr/>
    </dgm:pt>
    <dgm:pt modelId="{B5C78309-1FD1-4AA0-A44D-EFD3055F7BDB}" type="pres">
      <dgm:prSet presAssocID="{96DA7F08-F6B2-4587-9D4F-FCD3570B9E3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3D97C3F-FBEF-4A56-B80D-6873E57BDEFA}" type="pres">
      <dgm:prSet presAssocID="{96DA7F08-F6B2-4587-9D4F-FCD3570B9E38}" presName="spaceRect" presStyleCnt="0"/>
      <dgm:spPr/>
    </dgm:pt>
    <dgm:pt modelId="{6D92E2F3-7A06-4F59-B3C8-4EA465855793}" type="pres">
      <dgm:prSet presAssocID="{96DA7F08-F6B2-4587-9D4F-FCD3570B9E3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F19A609-AF46-4CC8-BA6A-660538FB6E9B}" srcId="{5F53028C-A36D-4E35-9004-B9987C63FD2D}" destId="{1B8B5F4C-667B-4408-BCDB-30CA5288B4A0}" srcOrd="0" destOrd="0" parTransId="{BCA42D55-6C22-47D9-A285-D4ED17306195}" sibTransId="{A465B136-E20D-4CE5-B1FC-1CD0C2A72B09}"/>
    <dgm:cxn modelId="{4A7F3752-F23B-45C4-B3CE-68346ACDF1A5}" type="presOf" srcId="{7886660B-0950-4855-A2EF-1B04FD74E9AC}" destId="{8A3541DD-8C12-46B1-98FA-D5BE939C279E}" srcOrd="0" destOrd="0" presId="urn:microsoft.com/office/officeart/2018/2/layout/IconVerticalSolidList"/>
    <dgm:cxn modelId="{B13F4C54-6195-418C-98DB-CDB4FE3918E1}" type="presOf" srcId="{96DA7F08-F6B2-4587-9D4F-FCD3570B9E38}" destId="{6D92E2F3-7A06-4F59-B3C8-4EA465855793}" srcOrd="0" destOrd="0" presId="urn:microsoft.com/office/officeart/2018/2/layout/IconVerticalSolidList"/>
    <dgm:cxn modelId="{5EF34183-1EF7-477F-9269-C5781C97F1E2}" srcId="{5F53028C-A36D-4E35-9004-B9987C63FD2D}" destId="{7886660B-0950-4855-A2EF-1B04FD74E9AC}" srcOrd="1" destOrd="0" parTransId="{71E5A8A9-9054-4D7E-B595-6F476AE70901}" sibTransId="{20823E04-6AE0-4F24-B2C6-0F872F65A392}"/>
    <dgm:cxn modelId="{1646D186-78C1-4FD4-8C4E-7E5464930495}" type="presOf" srcId="{5F53028C-A36D-4E35-9004-B9987C63FD2D}" destId="{7C20D9CE-1897-496F-B813-13A9E8A0E410}" srcOrd="0" destOrd="0" presId="urn:microsoft.com/office/officeart/2018/2/layout/IconVerticalSolidList"/>
    <dgm:cxn modelId="{928879B5-E4E4-4250-B187-0B692C2CFB83}" type="presOf" srcId="{1B8B5F4C-667B-4408-BCDB-30CA5288B4A0}" destId="{86211DC6-A61D-4B2F-8F5D-D9618F1C29B0}" srcOrd="0" destOrd="0" presId="urn:microsoft.com/office/officeart/2018/2/layout/IconVerticalSolidList"/>
    <dgm:cxn modelId="{C81188BE-C74D-4D83-BEF7-8C4F85DF1E41}" type="presOf" srcId="{A31470FB-9A52-4A44-8058-FC2B51C451DB}" destId="{0EB7905C-B4C5-433C-9B9B-30C47365D936}" srcOrd="0" destOrd="0" presId="urn:microsoft.com/office/officeart/2018/2/layout/IconVerticalSolidList"/>
    <dgm:cxn modelId="{4FA94EC9-AC28-463D-8347-72BC8B7045A9}" srcId="{5F53028C-A36D-4E35-9004-B9987C63FD2D}" destId="{96DA7F08-F6B2-4587-9D4F-FCD3570B9E38}" srcOrd="3" destOrd="0" parTransId="{AEBE12D1-2F60-4C92-9119-B679D3B10960}" sibTransId="{3AEB78DF-8301-4E88-886A-56C18A655136}"/>
    <dgm:cxn modelId="{1D4348EF-7944-47DA-B811-43814C7F4439}" srcId="{5F53028C-A36D-4E35-9004-B9987C63FD2D}" destId="{A31470FB-9A52-4A44-8058-FC2B51C451DB}" srcOrd="2" destOrd="0" parTransId="{30E9488B-33E6-4C9B-A50E-4CA3087D8581}" sibTransId="{01AE5792-477E-41C6-9305-06E3DE4F1023}"/>
    <dgm:cxn modelId="{7B0809B3-A07F-4F67-AE64-1E1BFC2DD815}" type="presParOf" srcId="{7C20D9CE-1897-496F-B813-13A9E8A0E410}" destId="{0BDFA1C7-28DB-46E4-8449-CBEB9A01F128}" srcOrd="0" destOrd="0" presId="urn:microsoft.com/office/officeart/2018/2/layout/IconVerticalSolidList"/>
    <dgm:cxn modelId="{F99AD41B-BD79-4ABE-9B71-4B878FFD3AB0}" type="presParOf" srcId="{0BDFA1C7-28DB-46E4-8449-CBEB9A01F128}" destId="{65D17B1D-8444-45C7-86EF-B9BD2C5630C9}" srcOrd="0" destOrd="0" presId="urn:microsoft.com/office/officeart/2018/2/layout/IconVerticalSolidList"/>
    <dgm:cxn modelId="{23C2FB91-3932-4C80-8B57-F0976F717056}" type="presParOf" srcId="{0BDFA1C7-28DB-46E4-8449-CBEB9A01F128}" destId="{8EC868BD-C9E4-4B8B-A4E2-E43192DB2FBF}" srcOrd="1" destOrd="0" presId="urn:microsoft.com/office/officeart/2018/2/layout/IconVerticalSolidList"/>
    <dgm:cxn modelId="{C748416F-E6B8-4EAB-9C72-1F45D80F1395}" type="presParOf" srcId="{0BDFA1C7-28DB-46E4-8449-CBEB9A01F128}" destId="{D7D2ED3E-E559-479F-AE7C-070A797D799C}" srcOrd="2" destOrd="0" presId="urn:microsoft.com/office/officeart/2018/2/layout/IconVerticalSolidList"/>
    <dgm:cxn modelId="{1201F78C-D5DC-4761-9E41-A7EFA5D5CDDC}" type="presParOf" srcId="{0BDFA1C7-28DB-46E4-8449-CBEB9A01F128}" destId="{86211DC6-A61D-4B2F-8F5D-D9618F1C29B0}" srcOrd="3" destOrd="0" presId="urn:microsoft.com/office/officeart/2018/2/layout/IconVerticalSolidList"/>
    <dgm:cxn modelId="{1BDD766F-AD9B-4093-B1A4-F65D3F52A571}" type="presParOf" srcId="{7C20D9CE-1897-496F-B813-13A9E8A0E410}" destId="{EE531AC7-0C6F-4D07-86B2-521D825278A7}" srcOrd="1" destOrd="0" presId="urn:microsoft.com/office/officeart/2018/2/layout/IconVerticalSolidList"/>
    <dgm:cxn modelId="{BF4521DA-79F6-42F4-86D1-1CBB7B788A1E}" type="presParOf" srcId="{7C20D9CE-1897-496F-B813-13A9E8A0E410}" destId="{3AA7649C-CC46-49BB-8A0F-A9C055041B24}" srcOrd="2" destOrd="0" presId="urn:microsoft.com/office/officeart/2018/2/layout/IconVerticalSolidList"/>
    <dgm:cxn modelId="{78D52AC8-F76D-4CC3-B36B-981878DE61BC}" type="presParOf" srcId="{3AA7649C-CC46-49BB-8A0F-A9C055041B24}" destId="{54EB5223-F2E0-49CF-ACFF-373ACF815E3A}" srcOrd="0" destOrd="0" presId="urn:microsoft.com/office/officeart/2018/2/layout/IconVerticalSolidList"/>
    <dgm:cxn modelId="{8DB498E9-3064-4707-88DD-441E8EBB3AB1}" type="presParOf" srcId="{3AA7649C-CC46-49BB-8A0F-A9C055041B24}" destId="{3DA75DEF-8F40-4814-A47F-D3437E6B8C4D}" srcOrd="1" destOrd="0" presId="urn:microsoft.com/office/officeart/2018/2/layout/IconVerticalSolidList"/>
    <dgm:cxn modelId="{4598EF2D-C2E9-43C7-8D29-5D4028458F7F}" type="presParOf" srcId="{3AA7649C-CC46-49BB-8A0F-A9C055041B24}" destId="{6C1EA10A-3693-47B1-B380-D3E98F9B997A}" srcOrd="2" destOrd="0" presId="urn:microsoft.com/office/officeart/2018/2/layout/IconVerticalSolidList"/>
    <dgm:cxn modelId="{CF78A207-8E7B-4F14-8C74-D31EA079E115}" type="presParOf" srcId="{3AA7649C-CC46-49BB-8A0F-A9C055041B24}" destId="{8A3541DD-8C12-46B1-98FA-D5BE939C279E}" srcOrd="3" destOrd="0" presId="urn:microsoft.com/office/officeart/2018/2/layout/IconVerticalSolidList"/>
    <dgm:cxn modelId="{A81A808B-C0C3-4501-A631-12499222BEF5}" type="presParOf" srcId="{7C20D9CE-1897-496F-B813-13A9E8A0E410}" destId="{87B4D089-37C8-4B29-A49D-22573B9DB2F1}" srcOrd="3" destOrd="0" presId="urn:microsoft.com/office/officeart/2018/2/layout/IconVerticalSolidList"/>
    <dgm:cxn modelId="{41D435AB-9168-4566-B5AC-C885FFEAA888}" type="presParOf" srcId="{7C20D9CE-1897-496F-B813-13A9E8A0E410}" destId="{7E6B6C79-FFF1-45B6-8736-8C5780032920}" srcOrd="4" destOrd="0" presId="urn:microsoft.com/office/officeart/2018/2/layout/IconVerticalSolidList"/>
    <dgm:cxn modelId="{C00CCC67-90F2-444B-9429-C9266182134C}" type="presParOf" srcId="{7E6B6C79-FFF1-45B6-8736-8C5780032920}" destId="{F8755081-4D75-4FA4-A589-070F1A2C885E}" srcOrd="0" destOrd="0" presId="urn:microsoft.com/office/officeart/2018/2/layout/IconVerticalSolidList"/>
    <dgm:cxn modelId="{2B205D6E-1840-4B82-90FA-442961567624}" type="presParOf" srcId="{7E6B6C79-FFF1-45B6-8736-8C5780032920}" destId="{EAD7D451-F90C-4BC4-A82A-FFB02D5AA85F}" srcOrd="1" destOrd="0" presId="urn:microsoft.com/office/officeart/2018/2/layout/IconVerticalSolidList"/>
    <dgm:cxn modelId="{C561129D-1FAD-457B-8F8D-892AD792E65A}" type="presParOf" srcId="{7E6B6C79-FFF1-45B6-8736-8C5780032920}" destId="{0109B47F-4984-4A02-9C84-CB2A5FFA0217}" srcOrd="2" destOrd="0" presId="urn:microsoft.com/office/officeart/2018/2/layout/IconVerticalSolidList"/>
    <dgm:cxn modelId="{DB29B680-B05C-44FA-AA57-0A492C6239D6}" type="presParOf" srcId="{7E6B6C79-FFF1-45B6-8736-8C5780032920}" destId="{0EB7905C-B4C5-433C-9B9B-30C47365D936}" srcOrd="3" destOrd="0" presId="urn:microsoft.com/office/officeart/2018/2/layout/IconVerticalSolidList"/>
    <dgm:cxn modelId="{9548CC68-C9F1-445A-812F-FECC86D892A7}" type="presParOf" srcId="{7C20D9CE-1897-496F-B813-13A9E8A0E410}" destId="{05CAE7DC-FBBA-4F96-BA6F-8E9F8236E133}" srcOrd="5" destOrd="0" presId="urn:microsoft.com/office/officeart/2018/2/layout/IconVerticalSolidList"/>
    <dgm:cxn modelId="{A01009F1-C190-49F2-BE4E-556107AEA4EA}" type="presParOf" srcId="{7C20D9CE-1897-496F-B813-13A9E8A0E410}" destId="{69E2197B-155B-4CCA-A3BB-71D1F2B2C42E}" srcOrd="6" destOrd="0" presId="urn:microsoft.com/office/officeart/2018/2/layout/IconVerticalSolidList"/>
    <dgm:cxn modelId="{A1B7E19B-78E5-413D-BF7C-4149C2137736}" type="presParOf" srcId="{69E2197B-155B-4CCA-A3BB-71D1F2B2C42E}" destId="{9EF9E86A-087B-474E-B98B-26C988800524}" srcOrd="0" destOrd="0" presId="urn:microsoft.com/office/officeart/2018/2/layout/IconVerticalSolidList"/>
    <dgm:cxn modelId="{22731B72-02F2-4564-93FC-97C3DC797660}" type="presParOf" srcId="{69E2197B-155B-4CCA-A3BB-71D1F2B2C42E}" destId="{B5C78309-1FD1-4AA0-A44D-EFD3055F7BDB}" srcOrd="1" destOrd="0" presId="urn:microsoft.com/office/officeart/2018/2/layout/IconVerticalSolidList"/>
    <dgm:cxn modelId="{689600C4-4140-477A-8E8C-17049B7DD620}" type="presParOf" srcId="{69E2197B-155B-4CCA-A3BB-71D1F2B2C42E}" destId="{33D97C3F-FBEF-4A56-B80D-6873E57BDEFA}" srcOrd="2" destOrd="0" presId="urn:microsoft.com/office/officeart/2018/2/layout/IconVerticalSolidList"/>
    <dgm:cxn modelId="{017CD857-4830-40E3-BAC9-3677C36F2392}" type="presParOf" srcId="{69E2197B-155B-4CCA-A3BB-71D1F2B2C42E}" destId="{6D92E2F3-7A06-4F59-B3C8-4EA4658557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CED677-B6BF-4606-805B-4F18D56249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AA73F18-341E-49C9-88FF-9075B9888F70}">
      <dgm:prSet/>
      <dgm:spPr/>
      <dgm:t>
        <a:bodyPr/>
        <a:lstStyle/>
        <a:p>
          <a:r>
            <a:rPr lang="en-US" b="0" i="0"/>
            <a:t>Top risks identified:</a:t>
          </a:r>
          <a:endParaRPr lang="en-US"/>
        </a:p>
      </dgm:t>
    </dgm:pt>
    <dgm:pt modelId="{D11BB225-6424-4D86-98FA-9197DDE6E055}" type="parTrans" cxnId="{C90A7C2B-5B10-4A7A-AC03-CF6DA48B5019}">
      <dgm:prSet/>
      <dgm:spPr/>
      <dgm:t>
        <a:bodyPr/>
        <a:lstStyle/>
        <a:p>
          <a:endParaRPr lang="en-US"/>
        </a:p>
      </dgm:t>
    </dgm:pt>
    <dgm:pt modelId="{B2856942-49D7-4E7B-8C5F-287C2F80AD42}" type="sibTrans" cxnId="{C90A7C2B-5B10-4A7A-AC03-CF6DA48B5019}">
      <dgm:prSet/>
      <dgm:spPr/>
      <dgm:t>
        <a:bodyPr/>
        <a:lstStyle/>
        <a:p>
          <a:endParaRPr lang="en-US"/>
        </a:p>
      </dgm:t>
    </dgm:pt>
    <dgm:pt modelId="{14C3E784-69C2-4F3A-9006-C2895AB325C3}">
      <dgm:prSet/>
      <dgm:spPr/>
      <dgm:t>
        <a:bodyPr/>
        <a:lstStyle/>
        <a:p>
          <a:r>
            <a:rPr lang="en-US" b="0" i="0"/>
            <a:t>Ransomware, phishing, credential theft</a:t>
          </a:r>
          <a:endParaRPr lang="en-US"/>
        </a:p>
      </dgm:t>
    </dgm:pt>
    <dgm:pt modelId="{001F37AE-1631-468F-942A-76272D169F29}" type="parTrans" cxnId="{50F8EEA0-3F35-4D12-9401-C5CBF3082DC5}">
      <dgm:prSet/>
      <dgm:spPr/>
      <dgm:t>
        <a:bodyPr/>
        <a:lstStyle/>
        <a:p>
          <a:endParaRPr lang="en-US"/>
        </a:p>
      </dgm:t>
    </dgm:pt>
    <dgm:pt modelId="{71260A80-02DC-4608-9B99-769A42BD10C1}" type="sibTrans" cxnId="{50F8EEA0-3F35-4D12-9401-C5CBF3082DC5}">
      <dgm:prSet/>
      <dgm:spPr/>
      <dgm:t>
        <a:bodyPr/>
        <a:lstStyle/>
        <a:p>
          <a:endParaRPr lang="en-US"/>
        </a:p>
      </dgm:t>
    </dgm:pt>
    <dgm:pt modelId="{2411FD06-11EC-4AC0-BD5A-609ACFEB1FA1}">
      <dgm:prSet/>
      <dgm:spPr/>
      <dgm:t>
        <a:bodyPr/>
        <a:lstStyle/>
        <a:p>
          <a:r>
            <a:rPr lang="en-US" b="0" i="0"/>
            <a:t>Cloud misconfiguration, insider threats</a:t>
          </a:r>
          <a:endParaRPr lang="en-US"/>
        </a:p>
      </dgm:t>
    </dgm:pt>
    <dgm:pt modelId="{17170204-E53E-4627-ABB4-DAFDAB1BE25D}" type="parTrans" cxnId="{C83C4C25-7711-4690-B94D-27C5F300C4FE}">
      <dgm:prSet/>
      <dgm:spPr/>
      <dgm:t>
        <a:bodyPr/>
        <a:lstStyle/>
        <a:p>
          <a:endParaRPr lang="en-US"/>
        </a:p>
      </dgm:t>
    </dgm:pt>
    <dgm:pt modelId="{0BEAE2B4-9FB1-4DA7-A0B4-819CB3F24B50}" type="sibTrans" cxnId="{C83C4C25-7711-4690-B94D-27C5F300C4FE}">
      <dgm:prSet/>
      <dgm:spPr/>
      <dgm:t>
        <a:bodyPr/>
        <a:lstStyle/>
        <a:p>
          <a:endParaRPr lang="en-US"/>
        </a:p>
      </dgm:t>
    </dgm:pt>
    <dgm:pt modelId="{CDDD3613-D108-4DDA-A560-F50B85044B8E}">
      <dgm:prSet/>
      <dgm:spPr/>
      <dgm:t>
        <a:bodyPr/>
        <a:lstStyle/>
        <a:p>
          <a:r>
            <a:rPr lang="en-US" b="0" i="0"/>
            <a:t>Weak passwords, unpatched systems</a:t>
          </a:r>
          <a:endParaRPr lang="en-US"/>
        </a:p>
      </dgm:t>
    </dgm:pt>
    <dgm:pt modelId="{C0CCA0C1-E8B3-4867-8D00-F91C83B2AC52}" type="parTrans" cxnId="{137533F2-614F-4D77-ADE8-7F1441E401B3}">
      <dgm:prSet/>
      <dgm:spPr/>
      <dgm:t>
        <a:bodyPr/>
        <a:lstStyle/>
        <a:p>
          <a:endParaRPr lang="en-US"/>
        </a:p>
      </dgm:t>
    </dgm:pt>
    <dgm:pt modelId="{9957F86F-9948-4578-87C8-DE03FFB8DE26}" type="sibTrans" cxnId="{137533F2-614F-4D77-ADE8-7F1441E401B3}">
      <dgm:prSet/>
      <dgm:spPr/>
      <dgm:t>
        <a:bodyPr/>
        <a:lstStyle/>
        <a:p>
          <a:endParaRPr lang="en-US"/>
        </a:p>
      </dgm:t>
    </dgm:pt>
    <dgm:pt modelId="{E9A0E8F8-4B69-4D01-8386-80E75C1C99AE}" type="pres">
      <dgm:prSet presAssocID="{75CED677-B6BF-4606-805B-4F18D5624914}" presName="root" presStyleCnt="0">
        <dgm:presLayoutVars>
          <dgm:dir/>
          <dgm:resizeHandles val="exact"/>
        </dgm:presLayoutVars>
      </dgm:prSet>
      <dgm:spPr/>
    </dgm:pt>
    <dgm:pt modelId="{1DCBDB8D-ED5C-499A-BF0A-79690659F8BB}" type="pres">
      <dgm:prSet presAssocID="{7AA73F18-341E-49C9-88FF-9075B9888F70}" presName="compNode" presStyleCnt="0"/>
      <dgm:spPr/>
    </dgm:pt>
    <dgm:pt modelId="{05D419C9-4635-473B-9B58-EDB59AD059E1}" type="pres">
      <dgm:prSet presAssocID="{7AA73F18-341E-49C9-88FF-9075B9888F70}" presName="bgRect" presStyleLbl="bgShp" presStyleIdx="0" presStyleCnt="4"/>
      <dgm:spPr/>
    </dgm:pt>
    <dgm:pt modelId="{D9AB5ECE-F6EE-4404-8528-2E93D32E7A09}" type="pres">
      <dgm:prSet presAssocID="{7AA73F18-341E-49C9-88FF-9075B9888F7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E18737E-AC5C-4E55-B936-224D074137DE}" type="pres">
      <dgm:prSet presAssocID="{7AA73F18-341E-49C9-88FF-9075B9888F70}" presName="spaceRect" presStyleCnt="0"/>
      <dgm:spPr/>
    </dgm:pt>
    <dgm:pt modelId="{578E40F8-407A-4F6F-ACFF-882194DAD8FB}" type="pres">
      <dgm:prSet presAssocID="{7AA73F18-341E-49C9-88FF-9075B9888F70}" presName="parTx" presStyleLbl="revTx" presStyleIdx="0" presStyleCnt="4">
        <dgm:presLayoutVars>
          <dgm:chMax val="0"/>
          <dgm:chPref val="0"/>
        </dgm:presLayoutVars>
      </dgm:prSet>
      <dgm:spPr/>
    </dgm:pt>
    <dgm:pt modelId="{8950B1BF-2360-4D30-B225-2799F2344C49}" type="pres">
      <dgm:prSet presAssocID="{B2856942-49D7-4E7B-8C5F-287C2F80AD42}" presName="sibTrans" presStyleCnt="0"/>
      <dgm:spPr/>
    </dgm:pt>
    <dgm:pt modelId="{3867F928-0D98-480F-87FE-C4910C939467}" type="pres">
      <dgm:prSet presAssocID="{14C3E784-69C2-4F3A-9006-C2895AB325C3}" presName="compNode" presStyleCnt="0"/>
      <dgm:spPr/>
    </dgm:pt>
    <dgm:pt modelId="{A11C751F-A80A-491D-828D-E16C63EC98CB}" type="pres">
      <dgm:prSet presAssocID="{14C3E784-69C2-4F3A-9006-C2895AB325C3}" presName="bgRect" presStyleLbl="bgShp" presStyleIdx="1" presStyleCnt="4"/>
      <dgm:spPr/>
    </dgm:pt>
    <dgm:pt modelId="{ECAAAD3F-3BC7-4884-B565-376AE40D9EFF}" type="pres">
      <dgm:prSet presAssocID="{14C3E784-69C2-4F3A-9006-C2895AB325C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116395B0-F6C4-4690-8964-AC6F58C90A40}" type="pres">
      <dgm:prSet presAssocID="{14C3E784-69C2-4F3A-9006-C2895AB325C3}" presName="spaceRect" presStyleCnt="0"/>
      <dgm:spPr/>
    </dgm:pt>
    <dgm:pt modelId="{564E6FBB-3617-4890-99FC-13B468658ABE}" type="pres">
      <dgm:prSet presAssocID="{14C3E784-69C2-4F3A-9006-C2895AB325C3}" presName="parTx" presStyleLbl="revTx" presStyleIdx="1" presStyleCnt="4">
        <dgm:presLayoutVars>
          <dgm:chMax val="0"/>
          <dgm:chPref val="0"/>
        </dgm:presLayoutVars>
      </dgm:prSet>
      <dgm:spPr/>
    </dgm:pt>
    <dgm:pt modelId="{68D8A59F-B5D4-4635-A7F5-FBFB9756C5AC}" type="pres">
      <dgm:prSet presAssocID="{71260A80-02DC-4608-9B99-769A42BD10C1}" presName="sibTrans" presStyleCnt="0"/>
      <dgm:spPr/>
    </dgm:pt>
    <dgm:pt modelId="{BEB63238-AA4A-4236-ACE3-DCD73094615B}" type="pres">
      <dgm:prSet presAssocID="{2411FD06-11EC-4AC0-BD5A-609ACFEB1FA1}" presName="compNode" presStyleCnt="0"/>
      <dgm:spPr/>
    </dgm:pt>
    <dgm:pt modelId="{BB9A1C77-AED2-4053-879B-38E103772352}" type="pres">
      <dgm:prSet presAssocID="{2411FD06-11EC-4AC0-BD5A-609ACFEB1FA1}" presName="bgRect" presStyleLbl="bgShp" presStyleIdx="2" presStyleCnt="4"/>
      <dgm:spPr/>
    </dgm:pt>
    <dgm:pt modelId="{8DCC5261-B346-45A4-BB42-9E374215B301}" type="pres">
      <dgm:prSet presAssocID="{2411FD06-11EC-4AC0-BD5A-609ACFEB1FA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6938180-4C0F-4A0A-B03A-97AFF5AAFA96}" type="pres">
      <dgm:prSet presAssocID="{2411FD06-11EC-4AC0-BD5A-609ACFEB1FA1}" presName="spaceRect" presStyleCnt="0"/>
      <dgm:spPr/>
    </dgm:pt>
    <dgm:pt modelId="{4355F3C7-11BD-4EA0-BC93-7B8A4ADF8447}" type="pres">
      <dgm:prSet presAssocID="{2411FD06-11EC-4AC0-BD5A-609ACFEB1FA1}" presName="parTx" presStyleLbl="revTx" presStyleIdx="2" presStyleCnt="4">
        <dgm:presLayoutVars>
          <dgm:chMax val="0"/>
          <dgm:chPref val="0"/>
        </dgm:presLayoutVars>
      </dgm:prSet>
      <dgm:spPr/>
    </dgm:pt>
    <dgm:pt modelId="{FBF672BF-4212-47D3-BF7B-A435C74DFB7A}" type="pres">
      <dgm:prSet presAssocID="{0BEAE2B4-9FB1-4DA7-A0B4-819CB3F24B50}" presName="sibTrans" presStyleCnt="0"/>
      <dgm:spPr/>
    </dgm:pt>
    <dgm:pt modelId="{05E0E729-45DD-41DC-A1AA-0ED1F3D74359}" type="pres">
      <dgm:prSet presAssocID="{CDDD3613-D108-4DDA-A560-F50B85044B8E}" presName="compNode" presStyleCnt="0"/>
      <dgm:spPr/>
    </dgm:pt>
    <dgm:pt modelId="{4AD0532F-5288-4AA2-B4EF-E235A0E4F51B}" type="pres">
      <dgm:prSet presAssocID="{CDDD3613-D108-4DDA-A560-F50B85044B8E}" presName="bgRect" presStyleLbl="bgShp" presStyleIdx="3" presStyleCnt="4"/>
      <dgm:spPr/>
    </dgm:pt>
    <dgm:pt modelId="{A469DE80-4B69-471B-82CD-4AE713E3A727}" type="pres">
      <dgm:prSet presAssocID="{CDDD3613-D108-4DDA-A560-F50B85044B8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1684FB9-8226-4FF4-828E-F10975481D69}" type="pres">
      <dgm:prSet presAssocID="{CDDD3613-D108-4DDA-A560-F50B85044B8E}" presName="spaceRect" presStyleCnt="0"/>
      <dgm:spPr/>
    </dgm:pt>
    <dgm:pt modelId="{76C3DE23-ACA7-4F6F-8DF2-6BA69FD9FA4A}" type="pres">
      <dgm:prSet presAssocID="{CDDD3613-D108-4DDA-A560-F50B85044B8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B12620D-E8D1-45A1-B8E5-C9878A5C39A4}" type="presOf" srcId="{2411FD06-11EC-4AC0-BD5A-609ACFEB1FA1}" destId="{4355F3C7-11BD-4EA0-BC93-7B8A4ADF8447}" srcOrd="0" destOrd="0" presId="urn:microsoft.com/office/officeart/2018/2/layout/IconVerticalSolidList"/>
    <dgm:cxn modelId="{C83C4C25-7711-4690-B94D-27C5F300C4FE}" srcId="{75CED677-B6BF-4606-805B-4F18D5624914}" destId="{2411FD06-11EC-4AC0-BD5A-609ACFEB1FA1}" srcOrd="2" destOrd="0" parTransId="{17170204-E53E-4627-ABB4-DAFDAB1BE25D}" sibTransId="{0BEAE2B4-9FB1-4DA7-A0B4-819CB3F24B50}"/>
    <dgm:cxn modelId="{C90A7C2B-5B10-4A7A-AC03-CF6DA48B5019}" srcId="{75CED677-B6BF-4606-805B-4F18D5624914}" destId="{7AA73F18-341E-49C9-88FF-9075B9888F70}" srcOrd="0" destOrd="0" parTransId="{D11BB225-6424-4D86-98FA-9197DDE6E055}" sibTransId="{B2856942-49D7-4E7B-8C5F-287C2F80AD42}"/>
    <dgm:cxn modelId="{86F31751-7D2D-488F-A801-6B008128CF98}" type="presOf" srcId="{75CED677-B6BF-4606-805B-4F18D5624914}" destId="{E9A0E8F8-4B69-4D01-8386-80E75C1C99AE}" srcOrd="0" destOrd="0" presId="urn:microsoft.com/office/officeart/2018/2/layout/IconVerticalSolidList"/>
    <dgm:cxn modelId="{6A5FFE82-97E8-40B4-9073-87EC6C54CAAD}" type="presOf" srcId="{14C3E784-69C2-4F3A-9006-C2895AB325C3}" destId="{564E6FBB-3617-4890-99FC-13B468658ABE}" srcOrd="0" destOrd="0" presId="urn:microsoft.com/office/officeart/2018/2/layout/IconVerticalSolidList"/>
    <dgm:cxn modelId="{8606A893-66FF-44B9-BC7A-4BCCB22856F7}" type="presOf" srcId="{7AA73F18-341E-49C9-88FF-9075B9888F70}" destId="{578E40F8-407A-4F6F-ACFF-882194DAD8FB}" srcOrd="0" destOrd="0" presId="urn:microsoft.com/office/officeart/2018/2/layout/IconVerticalSolidList"/>
    <dgm:cxn modelId="{50F8EEA0-3F35-4D12-9401-C5CBF3082DC5}" srcId="{75CED677-B6BF-4606-805B-4F18D5624914}" destId="{14C3E784-69C2-4F3A-9006-C2895AB325C3}" srcOrd="1" destOrd="0" parTransId="{001F37AE-1631-468F-942A-76272D169F29}" sibTransId="{71260A80-02DC-4608-9B99-769A42BD10C1}"/>
    <dgm:cxn modelId="{9CE14BC8-C88E-4B15-AA18-2CCD03733676}" type="presOf" srcId="{CDDD3613-D108-4DDA-A560-F50B85044B8E}" destId="{76C3DE23-ACA7-4F6F-8DF2-6BA69FD9FA4A}" srcOrd="0" destOrd="0" presId="urn:microsoft.com/office/officeart/2018/2/layout/IconVerticalSolidList"/>
    <dgm:cxn modelId="{137533F2-614F-4D77-ADE8-7F1441E401B3}" srcId="{75CED677-B6BF-4606-805B-4F18D5624914}" destId="{CDDD3613-D108-4DDA-A560-F50B85044B8E}" srcOrd="3" destOrd="0" parTransId="{C0CCA0C1-E8B3-4867-8D00-F91C83B2AC52}" sibTransId="{9957F86F-9948-4578-87C8-DE03FFB8DE26}"/>
    <dgm:cxn modelId="{4F4966B2-762A-44D5-98B8-4C5B096CB25E}" type="presParOf" srcId="{E9A0E8F8-4B69-4D01-8386-80E75C1C99AE}" destId="{1DCBDB8D-ED5C-499A-BF0A-79690659F8BB}" srcOrd="0" destOrd="0" presId="urn:microsoft.com/office/officeart/2018/2/layout/IconVerticalSolidList"/>
    <dgm:cxn modelId="{BC71CBDC-BFC6-4ACC-9287-BE42E87D911A}" type="presParOf" srcId="{1DCBDB8D-ED5C-499A-BF0A-79690659F8BB}" destId="{05D419C9-4635-473B-9B58-EDB59AD059E1}" srcOrd="0" destOrd="0" presId="urn:microsoft.com/office/officeart/2018/2/layout/IconVerticalSolidList"/>
    <dgm:cxn modelId="{DE35F24A-F75B-4B50-A5D7-CD783E70931F}" type="presParOf" srcId="{1DCBDB8D-ED5C-499A-BF0A-79690659F8BB}" destId="{D9AB5ECE-F6EE-4404-8528-2E93D32E7A09}" srcOrd="1" destOrd="0" presId="urn:microsoft.com/office/officeart/2018/2/layout/IconVerticalSolidList"/>
    <dgm:cxn modelId="{0F7D3F17-43B2-4EA2-ABFF-26DC564C1120}" type="presParOf" srcId="{1DCBDB8D-ED5C-499A-BF0A-79690659F8BB}" destId="{AE18737E-AC5C-4E55-B936-224D074137DE}" srcOrd="2" destOrd="0" presId="urn:microsoft.com/office/officeart/2018/2/layout/IconVerticalSolidList"/>
    <dgm:cxn modelId="{B6845044-8943-4731-B202-C3228316979F}" type="presParOf" srcId="{1DCBDB8D-ED5C-499A-BF0A-79690659F8BB}" destId="{578E40F8-407A-4F6F-ACFF-882194DAD8FB}" srcOrd="3" destOrd="0" presId="urn:microsoft.com/office/officeart/2018/2/layout/IconVerticalSolidList"/>
    <dgm:cxn modelId="{BFAF4358-6B77-40C0-B404-27AA8A171C89}" type="presParOf" srcId="{E9A0E8F8-4B69-4D01-8386-80E75C1C99AE}" destId="{8950B1BF-2360-4D30-B225-2799F2344C49}" srcOrd="1" destOrd="0" presId="urn:microsoft.com/office/officeart/2018/2/layout/IconVerticalSolidList"/>
    <dgm:cxn modelId="{2D7A0EE0-B282-4467-B62C-9DF706B13A20}" type="presParOf" srcId="{E9A0E8F8-4B69-4D01-8386-80E75C1C99AE}" destId="{3867F928-0D98-480F-87FE-C4910C939467}" srcOrd="2" destOrd="0" presId="urn:microsoft.com/office/officeart/2018/2/layout/IconVerticalSolidList"/>
    <dgm:cxn modelId="{337EA25B-337B-425B-9CF4-F87901C9279F}" type="presParOf" srcId="{3867F928-0D98-480F-87FE-C4910C939467}" destId="{A11C751F-A80A-491D-828D-E16C63EC98CB}" srcOrd="0" destOrd="0" presId="urn:microsoft.com/office/officeart/2018/2/layout/IconVerticalSolidList"/>
    <dgm:cxn modelId="{628813E9-BECF-44F1-970E-FE05A8FFD9A2}" type="presParOf" srcId="{3867F928-0D98-480F-87FE-C4910C939467}" destId="{ECAAAD3F-3BC7-4884-B565-376AE40D9EFF}" srcOrd="1" destOrd="0" presId="urn:microsoft.com/office/officeart/2018/2/layout/IconVerticalSolidList"/>
    <dgm:cxn modelId="{CD630938-A3B5-4B95-9C54-3ECACB4E7DDF}" type="presParOf" srcId="{3867F928-0D98-480F-87FE-C4910C939467}" destId="{116395B0-F6C4-4690-8964-AC6F58C90A40}" srcOrd="2" destOrd="0" presId="urn:microsoft.com/office/officeart/2018/2/layout/IconVerticalSolidList"/>
    <dgm:cxn modelId="{96695A93-988F-43D8-BA45-B4899F421F80}" type="presParOf" srcId="{3867F928-0D98-480F-87FE-C4910C939467}" destId="{564E6FBB-3617-4890-99FC-13B468658ABE}" srcOrd="3" destOrd="0" presId="urn:microsoft.com/office/officeart/2018/2/layout/IconVerticalSolidList"/>
    <dgm:cxn modelId="{EC31FB04-0738-4D25-AF07-F02FEDEB043F}" type="presParOf" srcId="{E9A0E8F8-4B69-4D01-8386-80E75C1C99AE}" destId="{68D8A59F-B5D4-4635-A7F5-FBFB9756C5AC}" srcOrd="3" destOrd="0" presId="urn:microsoft.com/office/officeart/2018/2/layout/IconVerticalSolidList"/>
    <dgm:cxn modelId="{3AD83A0F-C7C7-4588-8876-FC49DF0988E5}" type="presParOf" srcId="{E9A0E8F8-4B69-4D01-8386-80E75C1C99AE}" destId="{BEB63238-AA4A-4236-ACE3-DCD73094615B}" srcOrd="4" destOrd="0" presId="urn:microsoft.com/office/officeart/2018/2/layout/IconVerticalSolidList"/>
    <dgm:cxn modelId="{0C9C4815-8400-449B-8162-D43E20DCA7BB}" type="presParOf" srcId="{BEB63238-AA4A-4236-ACE3-DCD73094615B}" destId="{BB9A1C77-AED2-4053-879B-38E103772352}" srcOrd="0" destOrd="0" presId="urn:microsoft.com/office/officeart/2018/2/layout/IconVerticalSolidList"/>
    <dgm:cxn modelId="{543BA0E6-6ABF-4115-ABC2-B45A90B4DD81}" type="presParOf" srcId="{BEB63238-AA4A-4236-ACE3-DCD73094615B}" destId="{8DCC5261-B346-45A4-BB42-9E374215B301}" srcOrd="1" destOrd="0" presId="urn:microsoft.com/office/officeart/2018/2/layout/IconVerticalSolidList"/>
    <dgm:cxn modelId="{B1371750-F230-4F9C-98BB-8183E7CEB950}" type="presParOf" srcId="{BEB63238-AA4A-4236-ACE3-DCD73094615B}" destId="{B6938180-4C0F-4A0A-B03A-97AFF5AAFA96}" srcOrd="2" destOrd="0" presId="urn:microsoft.com/office/officeart/2018/2/layout/IconVerticalSolidList"/>
    <dgm:cxn modelId="{1EBEEED5-B948-4383-A4BF-5FFD29CC03DE}" type="presParOf" srcId="{BEB63238-AA4A-4236-ACE3-DCD73094615B}" destId="{4355F3C7-11BD-4EA0-BC93-7B8A4ADF8447}" srcOrd="3" destOrd="0" presId="urn:microsoft.com/office/officeart/2018/2/layout/IconVerticalSolidList"/>
    <dgm:cxn modelId="{4754225C-D206-4474-A8EF-268439E8AE9C}" type="presParOf" srcId="{E9A0E8F8-4B69-4D01-8386-80E75C1C99AE}" destId="{FBF672BF-4212-47D3-BF7B-A435C74DFB7A}" srcOrd="5" destOrd="0" presId="urn:microsoft.com/office/officeart/2018/2/layout/IconVerticalSolidList"/>
    <dgm:cxn modelId="{92668BFE-01B8-437D-B123-BDB5579C11CF}" type="presParOf" srcId="{E9A0E8F8-4B69-4D01-8386-80E75C1C99AE}" destId="{05E0E729-45DD-41DC-A1AA-0ED1F3D74359}" srcOrd="6" destOrd="0" presId="urn:microsoft.com/office/officeart/2018/2/layout/IconVerticalSolidList"/>
    <dgm:cxn modelId="{0E6E1E86-788A-4659-9B28-82E4FFC27D5C}" type="presParOf" srcId="{05E0E729-45DD-41DC-A1AA-0ED1F3D74359}" destId="{4AD0532F-5288-4AA2-B4EF-E235A0E4F51B}" srcOrd="0" destOrd="0" presId="urn:microsoft.com/office/officeart/2018/2/layout/IconVerticalSolidList"/>
    <dgm:cxn modelId="{CD269D2A-2662-460F-AD87-95E0CA6325A7}" type="presParOf" srcId="{05E0E729-45DD-41DC-A1AA-0ED1F3D74359}" destId="{A469DE80-4B69-471B-82CD-4AE713E3A727}" srcOrd="1" destOrd="0" presId="urn:microsoft.com/office/officeart/2018/2/layout/IconVerticalSolidList"/>
    <dgm:cxn modelId="{414694B6-2D69-485F-A21F-EAD0FE2CD06A}" type="presParOf" srcId="{05E0E729-45DD-41DC-A1AA-0ED1F3D74359}" destId="{31684FB9-8226-4FF4-828E-F10975481D69}" srcOrd="2" destOrd="0" presId="urn:microsoft.com/office/officeart/2018/2/layout/IconVerticalSolidList"/>
    <dgm:cxn modelId="{A2073E8C-D0BF-4603-B1CE-C72962B4C8ED}" type="presParOf" srcId="{05E0E729-45DD-41DC-A1AA-0ED1F3D74359}" destId="{76C3DE23-ACA7-4F6F-8DF2-6BA69FD9FA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D1FE6D-ED47-43FF-9B63-72FF87483E3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213B5D4-6E0F-437E-892D-A783EEC260FF}">
      <dgm:prSet/>
      <dgm:spPr/>
      <dgm:t>
        <a:bodyPr/>
        <a:lstStyle/>
        <a:p>
          <a:pPr>
            <a:defRPr cap="all"/>
          </a:pPr>
          <a:r>
            <a:rPr lang="en-US" b="0" i="0"/>
            <a:t>Preventive, Detective, Corrective controls</a:t>
          </a:r>
          <a:endParaRPr lang="en-US"/>
        </a:p>
      </dgm:t>
    </dgm:pt>
    <dgm:pt modelId="{45468A6D-8F9D-401D-9E03-5BDB4CA8898B}" type="parTrans" cxnId="{8F2257BF-DB05-4582-9420-006EBBC73BE4}">
      <dgm:prSet/>
      <dgm:spPr/>
      <dgm:t>
        <a:bodyPr/>
        <a:lstStyle/>
        <a:p>
          <a:endParaRPr lang="en-US"/>
        </a:p>
      </dgm:t>
    </dgm:pt>
    <dgm:pt modelId="{01BD300F-DA1C-4AA4-A6F7-A497CE2D253A}" type="sibTrans" cxnId="{8F2257BF-DB05-4582-9420-006EBBC73BE4}">
      <dgm:prSet/>
      <dgm:spPr/>
      <dgm:t>
        <a:bodyPr/>
        <a:lstStyle/>
        <a:p>
          <a:endParaRPr lang="en-US"/>
        </a:p>
      </dgm:t>
    </dgm:pt>
    <dgm:pt modelId="{33E61FD4-5394-41F4-A363-15A6923FBE10}">
      <dgm:prSet/>
      <dgm:spPr/>
      <dgm:t>
        <a:bodyPr/>
        <a:lstStyle/>
        <a:p>
          <a:pPr>
            <a:defRPr cap="all"/>
          </a:pPr>
          <a:r>
            <a:rPr lang="en-US" b="0" i="0"/>
            <a:t>MFA, RBAC, Firewall, Encryption</a:t>
          </a:r>
          <a:endParaRPr lang="en-US"/>
        </a:p>
      </dgm:t>
    </dgm:pt>
    <dgm:pt modelId="{A1ABA325-F729-444F-91CA-E7C017CC4406}" type="parTrans" cxnId="{28E36E3F-466C-4911-8F66-4E481AFB6FCA}">
      <dgm:prSet/>
      <dgm:spPr/>
      <dgm:t>
        <a:bodyPr/>
        <a:lstStyle/>
        <a:p>
          <a:endParaRPr lang="en-US"/>
        </a:p>
      </dgm:t>
    </dgm:pt>
    <dgm:pt modelId="{8AE85E1E-7207-4578-80F0-0B1CAE2E3662}" type="sibTrans" cxnId="{28E36E3F-466C-4911-8F66-4E481AFB6FCA}">
      <dgm:prSet/>
      <dgm:spPr/>
      <dgm:t>
        <a:bodyPr/>
        <a:lstStyle/>
        <a:p>
          <a:endParaRPr lang="en-US"/>
        </a:p>
      </dgm:t>
    </dgm:pt>
    <dgm:pt modelId="{11D1EA53-629A-40F5-8B61-669FF9FFBA7B}">
      <dgm:prSet/>
      <dgm:spPr/>
      <dgm:t>
        <a:bodyPr/>
        <a:lstStyle/>
        <a:p>
          <a:pPr>
            <a:defRPr cap="all"/>
          </a:pPr>
          <a:r>
            <a:rPr lang="en-US" b="0" i="0"/>
            <a:t>SIEM monitoring, backups</a:t>
          </a:r>
          <a:endParaRPr lang="en-US"/>
        </a:p>
      </dgm:t>
    </dgm:pt>
    <dgm:pt modelId="{4B19AFD6-53FE-4B26-AAEC-828ED0B049D0}" type="parTrans" cxnId="{0183C9AA-FC9D-4696-ABFE-2C4C0526B4E4}">
      <dgm:prSet/>
      <dgm:spPr/>
      <dgm:t>
        <a:bodyPr/>
        <a:lstStyle/>
        <a:p>
          <a:endParaRPr lang="en-US"/>
        </a:p>
      </dgm:t>
    </dgm:pt>
    <dgm:pt modelId="{35947137-2379-4290-8D9C-B1EE758C386C}" type="sibTrans" cxnId="{0183C9AA-FC9D-4696-ABFE-2C4C0526B4E4}">
      <dgm:prSet/>
      <dgm:spPr/>
      <dgm:t>
        <a:bodyPr/>
        <a:lstStyle/>
        <a:p>
          <a:endParaRPr lang="en-US"/>
        </a:p>
      </dgm:t>
    </dgm:pt>
    <dgm:pt modelId="{DD44B1F8-1872-4C27-8665-906849ECA325}" type="pres">
      <dgm:prSet presAssocID="{A9D1FE6D-ED47-43FF-9B63-72FF87483E30}" presName="root" presStyleCnt="0">
        <dgm:presLayoutVars>
          <dgm:dir/>
          <dgm:resizeHandles val="exact"/>
        </dgm:presLayoutVars>
      </dgm:prSet>
      <dgm:spPr/>
    </dgm:pt>
    <dgm:pt modelId="{5A29EEAD-ED0A-4666-90F5-0F89A764B16B}" type="pres">
      <dgm:prSet presAssocID="{D213B5D4-6E0F-437E-892D-A783EEC260FF}" presName="compNode" presStyleCnt="0"/>
      <dgm:spPr/>
    </dgm:pt>
    <dgm:pt modelId="{B7888B30-B158-49AB-A23F-812C4358C5BD}" type="pres">
      <dgm:prSet presAssocID="{D213B5D4-6E0F-437E-892D-A783EEC260FF}" presName="iconBgRect" presStyleLbl="bgShp" presStyleIdx="0" presStyleCnt="3"/>
      <dgm:spPr/>
    </dgm:pt>
    <dgm:pt modelId="{3DF475E4-8F46-4F02-9E16-2C939D3C4DD4}" type="pres">
      <dgm:prSet presAssocID="{D213B5D4-6E0F-437E-892D-A783EEC260F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80504056-C018-4527-AF6F-6FA7926A4ADF}" type="pres">
      <dgm:prSet presAssocID="{D213B5D4-6E0F-437E-892D-A783EEC260FF}" presName="spaceRect" presStyleCnt="0"/>
      <dgm:spPr/>
    </dgm:pt>
    <dgm:pt modelId="{50A4D155-EA8F-46C1-BB9D-C270A9D7D6E3}" type="pres">
      <dgm:prSet presAssocID="{D213B5D4-6E0F-437E-892D-A783EEC260FF}" presName="textRect" presStyleLbl="revTx" presStyleIdx="0" presStyleCnt="3">
        <dgm:presLayoutVars>
          <dgm:chMax val="1"/>
          <dgm:chPref val="1"/>
        </dgm:presLayoutVars>
      </dgm:prSet>
      <dgm:spPr/>
    </dgm:pt>
    <dgm:pt modelId="{48B62E60-0483-41B8-8D4F-30E0D1227471}" type="pres">
      <dgm:prSet presAssocID="{01BD300F-DA1C-4AA4-A6F7-A497CE2D253A}" presName="sibTrans" presStyleCnt="0"/>
      <dgm:spPr/>
    </dgm:pt>
    <dgm:pt modelId="{6C3EC7C3-1A03-4D59-9138-9BBFA059E335}" type="pres">
      <dgm:prSet presAssocID="{33E61FD4-5394-41F4-A363-15A6923FBE10}" presName="compNode" presStyleCnt="0"/>
      <dgm:spPr/>
    </dgm:pt>
    <dgm:pt modelId="{BD410985-8FD5-40A0-B70A-ACD9D008D4D8}" type="pres">
      <dgm:prSet presAssocID="{33E61FD4-5394-41F4-A363-15A6923FBE10}" presName="iconBgRect" presStyleLbl="bgShp" presStyleIdx="1" presStyleCnt="3"/>
      <dgm:spPr/>
    </dgm:pt>
    <dgm:pt modelId="{46E4EAD3-AD59-49A6-A7CC-AC48F1C91DF2}" type="pres">
      <dgm:prSet presAssocID="{33E61FD4-5394-41F4-A363-15A6923FBE1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9B395D8-59BC-47EE-B66C-20FA87375676}" type="pres">
      <dgm:prSet presAssocID="{33E61FD4-5394-41F4-A363-15A6923FBE10}" presName="spaceRect" presStyleCnt="0"/>
      <dgm:spPr/>
    </dgm:pt>
    <dgm:pt modelId="{650352F0-2E44-4B5A-8D4A-6B647BF65C61}" type="pres">
      <dgm:prSet presAssocID="{33E61FD4-5394-41F4-A363-15A6923FBE10}" presName="textRect" presStyleLbl="revTx" presStyleIdx="1" presStyleCnt="3">
        <dgm:presLayoutVars>
          <dgm:chMax val="1"/>
          <dgm:chPref val="1"/>
        </dgm:presLayoutVars>
      </dgm:prSet>
      <dgm:spPr/>
    </dgm:pt>
    <dgm:pt modelId="{56655E1A-F51A-4C2A-AAED-421A9E526EF9}" type="pres">
      <dgm:prSet presAssocID="{8AE85E1E-7207-4578-80F0-0B1CAE2E3662}" presName="sibTrans" presStyleCnt="0"/>
      <dgm:spPr/>
    </dgm:pt>
    <dgm:pt modelId="{BCACB15B-0DB3-4F97-BC0A-8A18E9F01266}" type="pres">
      <dgm:prSet presAssocID="{11D1EA53-629A-40F5-8B61-669FF9FFBA7B}" presName="compNode" presStyleCnt="0"/>
      <dgm:spPr/>
    </dgm:pt>
    <dgm:pt modelId="{66E9ED0C-A5E4-4234-BB86-190D663D2507}" type="pres">
      <dgm:prSet presAssocID="{11D1EA53-629A-40F5-8B61-669FF9FFBA7B}" presName="iconBgRect" presStyleLbl="bgShp" presStyleIdx="2" presStyleCnt="3"/>
      <dgm:spPr/>
    </dgm:pt>
    <dgm:pt modelId="{EB0F126E-F2F0-4863-8554-17575B0B7496}" type="pres">
      <dgm:prSet presAssocID="{11D1EA53-629A-40F5-8B61-669FF9FFBA7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3AEA0CB-0660-43A6-B275-A03791AE1F96}" type="pres">
      <dgm:prSet presAssocID="{11D1EA53-629A-40F5-8B61-669FF9FFBA7B}" presName="spaceRect" presStyleCnt="0"/>
      <dgm:spPr/>
    </dgm:pt>
    <dgm:pt modelId="{59A53CB4-2DC3-4179-93EE-77672BDDA136}" type="pres">
      <dgm:prSet presAssocID="{11D1EA53-629A-40F5-8B61-669FF9FFBA7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E45BD14-6212-4B8B-8F1F-E9048AD40F6A}" type="presOf" srcId="{11D1EA53-629A-40F5-8B61-669FF9FFBA7B}" destId="{59A53CB4-2DC3-4179-93EE-77672BDDA136}" srcOrd="0" destOrd="0" presId="urn:microsoft.com/office/officeart/2018/5/layout/IconCircleLabelList"/>
    <dgm:cxn modelId="{28E36E3F-466C-4911-8F66-4E481AFB6FCA}" srcId="{A9D1FE6D-ED47-43FF-9B63-72FF87483E30}" destId="{33E61FD4-5394-41F4-A363-15A6923FBE10}" srcOrd="1" destOrd="0" parTransId="{A1ABA325-F729-444F-91CA-E7C017CC4406}" sibTransId="{8AE85E1E-7207-4578-80F0-0B1CAE2E3662}"/>
    <dgm:cxn modelId="{DB055F5F-1FC1-4FDC-AFE7-A80241EB240B}" type="presOf" srcId="{D213B5D4-6E0F-437E-892D-A783EEC260FF}" destId="{50A4D155-EA8F-46C1-BB9D-C270A9D7D6E3}" srcOrd="0" destOrd="0" presId="urn:microsoft.com/office/officeart/2018/5/layout/IconCircleLabelList"/>
    <dgm:cxn modelId="{0183C9AA-FC9D-4696-ABFE-2C4C0526B4E4}" srcId="{A9D1FE6D-ED47-43FF-9B63-72FF87483E30}" destId="{11D1EA53-629A-40F5-8B61-669FF9FFBA7B}" srcOrd="2" destOrd="0" parTransId="{4B19AFD6-53FE-4B26-AAEC-828ED0B049D0}" sibTransId="{35947137-2379-4290-8D9C-B1EE758C386C}"/>
    <dgm:cxn modelId="{8F2257BF-DB05-4582-9420-006EBBC73BE4}" srcId="{A9D1FE6D-ED47-43FF-9B63-72FF87483E30}" destId="{D213B5D4-6E0F-437E-892D-A783EEC260FF}" srcOrd="0" destOrd="0" parTransId="{45468A6D-8F9D-401D-9E03-5BDB4CA8898B}" sibTransId="{01BD300F-DA1C-4AA4-A6F7-A497CE2D253A}"/>
    <dgm:cxn modelId="{84A920D5-2D9C-401E-BBAA-08E3578ABD70}" type="presOf" srcId="{33E61FD4-5394-41F4-A363-15A6923FBE10}" destId="{650352F0-2E44-4B5A-8D4A-6B647BF65C61}" srcOrd="0" destOrd="0" presId="urn:microsoft.com/office/officeart/2018/5/layout/IconCircleLabelList"/>
    <dgm:cxn modelId="{5739C4D9-8127-4DE4-86C0-388A02B0E446}" type="presOf" srcId="{A9D1FE6D-ED47-43FF-9B63-72FF87483E30}" destId="{DD44B1F8-1872-4C27-8665-906849ECA325}" srcOrd="0" destOrd="0" presId="urn:microsoft.com/office/officeart/2018/5/layout/IconCircleLabelList"/>
    <dgm:cxn modelId="{3625E1DA-BDDB-4E02-ADEB-9A0B1914520F}" type="presParOf" srcId="{DD44B1F8-1872-4C27-8665-906849ECA325}" destId="{5A29EEAD-ED0A-4666-90F5-0F89A764B16B}" srcOrd="0" destOrd="0" presId="urn:microsoft.com/office/officeart/2018/5/layout/IconCircleLabelList"/>
    <dgm:cxn modelId="{6F69C416-8446-4823-9866-47A32AECEF33}" type="presParOf" srcId="{5A29EEAD-ED0A-4666-90F5-0F89A764B16B}" destId="{B7888B30-B158-49AB-A23F-812C4358C5BD}" srcOrd="0" destOrd="0" presId="urn:microsoft.com/office/officeart/2018/5/layout/IconCircleLabelList"/>
    <dgm:cxn modelId="{C0761E2D-73F9-4B2C-90A2-BC964EC25266}" type="presParOf" srcId="{5A29EEAD-ED0A-4666-90F5-0F89A764B16B}" destId="{3DF475E4-8F46-4F02-9E16-2C939D3C4DD4}" srcOrd="1" destOrd="0" presId="urn:microsoft.com/office/officeart/2018/5/layout/IconCircleLabelList"/>
    <dgm:cxn modelId="{274AF60D-3A9F-4C42-A7A2-4A0FF9A3124E}" type="presParOf" srcId="{5A29EEAD-ED0A-4666-90F5-0F89A764B16B}" destId="{80504056-C018-4527-AF6F-6FA7926A4ADF}" srcOrd="2" destOrd="0" presId="urn:microsoft.com/office/officeart/2018/5/layout/IconCircleLabelList"/>
    <dgm:cxn modelId="{CDB578F2-142A-42B6-BDA9-C4BAF93718A9}" type="presParOf" srcId="{5A29EEAD-ED0A-4666-90F5-0F89A764B16B}" destId="{50A4D155-EA8F-46C1-BB9D-C270A9D7D6E3}" srcOrd="3" destOrd="0" presId="urn:microsoft.com/office/officeart/2018/5/layout/IconCircleLabelList"/>
    <dgm:cxn modelId="{B1E13DFE-786B-405C-9ACC-7425B62DFF83}" type="presParOf" srcId="{DD44B1F8-1872-4C27-8665-906849ECA325}" destId="{48B62E60-0483-41B8-8D4F-30E0D1227471}" srcOrd="1" destOrd="0" presId="urn:microsoft.com/office/officeart/2018/5/layout/IconCircleLabelList"/>
    <dgm:cxn modelId="{214C4E7E-F198-47FB-9458-E558CDD7FD1F}" type="presParOf" srcId="{DD44B1F8-1872-4C27-8665-906849ECA325}" destId="{6C3EC7C3-1A03-4D59-9138-9BBFA059E335}" srcOrd="2" destOrd="0" presId="urn:microsoft.com/office/officeart/2018/5/layout/IconCircleLabelList"/>
    <dgm:cxn modelId="{0A477046-8E2B-45BF-AC04-3884CBA9F0B8}" type="presParOf" srcId="{6C3EC7C3-1A03-4D59-9138-9BBFA059E335}" destId="{BD410985-8FD5-40A0-B70A-ACD9D008D4D8}" srcOrd="0" destOrd="0" presId="urn:microsoft.com/office/officeart/2018/5/layout/IconCircleLabelList"/>
    <dgm:cxn modelId="{DD84FBF8-563B-4B26-9B89-C3160CEEC0C9}" type="presParOf" srcId="{6C3EC7C3-1A03-4D59-9138-9BBFA059E335}" destId="{46E4EAD3-AD59-49A6-A7CC-AC48F1C91DF2}" srcOrd="1" destOrd="0" presId="urn:microsoft.com/office/officeart/2018/5/layout/IconCircleLabelList"/>
    <dgm:cxn modelId="{0AFF1DE5-28EA-409F-ACE9-5058B4D1D08C}" type="presParOf" srcId="{6C3EC7C3-1A03-4D59-9138-9BBFA059E335}" destId="{09B395D8-59BC-47EE-B66C-20FA87375676}" srcOrd="2" destOrd="0" presId="urn:microsoft.com/office/officeart/2018/5/layout/IconCircleLabelList"/>
    <dgm:cxn modelId="{173E33B8-8240-469B-BAEA-3898C2D1C7F8}" type="presParOf" srcId="{6C3EC7C3-1A03-4D59-9138-9BBFA059E335}" destId="{650352F0-2E44-4B5A-8D4A-6B647BF65C61}" srcOrd="3" destOrd="0" presId="urn:microsoft.com/office/officeart/2018/5/layout/IconCircleLabelList"/>
    <dgm:cxn modelId="{F9A58A44-7999-48D7-B8F8-1F929CC58E4A}" type="presParOf" srcId="{DD44B1F8-1872-4C27-8665-906849ECA325}" destId="{56655E1A-F51A-4C2A-AAED-421A9E526EF9}" srcOrd="3" destOrd="0" presId="urn:microsoft.com/office/officeart/2018/5/layout/IconCircleLabelList"/>
    <dgm:cxn modelId="{B4B3E492-AAA0-456B-B0DA-376A27A9D66B}" type="presParOf" srcId="{DD44B1F8-1872-4C27-8665-906849ECA325}" destId="{BCACB15B-0DB3-4F97-BC0A-8A18E9F01266}" srcOrd="4" destOrd="0" presId="urn:microsoft.com/office/officeart/2018/5/layout/IconCircleLabelList"/>
    <dgm:cxn modelId="{980B5711-4E16-49F0-B9E5-469338FA0FC7}" type="presParOf" srcId="{BCACB15B-0DB3-4F97-BC0A-8A18E9F01266}" destId="{66E9ED0C-A5E4-4234-BB86-190D663D2507}" srcOrd="0" destOrd="0" presId="urn:microsoft.com/office/officeart/2018/5/layout/IconCircleLabelList"/>
    <dgm:cxn modelId="{E8D5E08A-E45C-422B-94D2-F3973110420D}" type="presParOf" srcId="{BCACB15B-0DB3-4F97-BC0A-8A18E9F01266}" destId="{EB0F126E-F2F0-4863-8554-17575B0B7496}" srcOrd="1" destOrd="0" presId="urn:microsoft.com/office/officeart/2018/5/layout/IconCircleLabelList"/>
    <dgm:cxn modelId="{7A20C8D2-3E1A-4DC3-9AD4-054655EC302F}" type="presParOf" srcId="{BCACB15B-0DB3-4F97-BC0A-8A18E9F01266}" destId="{73AEA0CB-0660-43A6-B275-A03791AE1F96}" srcOrd="2" destOrd="0" presId="urn:microsoft.com/office/officeart/2018/5/layout/IconCircleLabelList"/>
    <dgm:cxn modelId="{64B43561-F65F-4675-B3CD-A573F102D729}" type="presParOf" srcId="{BCACB15B-0DB3-4F97-BC0A-8A18E9F01266}" destId="{59A53CB4-2DC3-4179-93EE-77672BDDA13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6050ABD-48CC-4DAE-B184-CF81EE9755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E8435E-9ABD-4914-A5C8-6C9DE7160099}">
      <dgm:prSet/>
      <dgm:spPr/>
      <dgm:t>
        <a:bodyPr/>
        <a:lstStyle/>
        <a:p>
          <a:r>
            <a:rPr lang="en-US" b="0" i="0"/>
            <a:t>Production systems: 4 hrs downtime (critical)</a:t>
          </a:r>
          <a:endParaRPr lang="en-US"/>
        </a:p>
      </dgm:t>
    </dgm:pt>
    <dgm:pt modelId="{E3E93065-36A6-42A8-BEC0-1BBD166CDF7E}" type="parTrans" cxnId="{4B229298-FD4D-4805-BEF4-D0A906B65FA1}">
      <dgm:prSet/>
      <dgm:spPr/>
      <dgm:t>
        <a:bodyPr/>
        <a:lstStyle/>
        <a:p>
          <a:endParaRPr lang="en-US"/>
        </a:p>
      </dgm:t>
    </dgm:pt>
    <dgm:pt modelId="{6E821EF3-3B92-4C59-91C7-129C3F901C1F}" type="sibTrans" cxnId="{4B229298-FD4D-4805-BEF4-D0A906B65FA1}">
      <dgm:prSet/>
      <dgm:spPr/>
      <dgm:t>
        <a:bodyPr/>
        <a:lstStyle/>
        <a:p>
          <a:endParaRPr lang="en-US"/>
        </a:p>
      </dgm:t>
    </dgm:pt>
    <dgm:pt modelId="{5B83E3CF-2B2B-4D45-BA75-007CB1985141}">
      <dgm:prSet/>
      <dgm:spPr/>
      <dgm:t>
        <a:bodyPr/>
        <a:lstStyle/>
        <a:p>
          <a:r>
            <a:rPr lang="en-US" b="0" i="0"/>
            <a:t>Email systems: 8 hrs</a:t>
          </a:r>
          <a:endParaRPr lang="en-US"/>
        </a:p>
      </dgm:t>
    </dgm:pt>
    <dgm:pt modelId="{7DD94067-9C03-48F9-9543-4F5A112BC549}" type="parTrans" cxnId="{86E11363-90A5-4870-8ED9-2284FE4FC9CC}">
      <dgm:prSet/>
      <dgm:spPr/>
      <dgm:t>
        <a:bodyPr/>
        <a:lstStyle/>
        <a:p>
          <a:endParaRPr lang="en-US"/>
        </a:p>
      </dgm:t>
    </dgm:pt>
    <dgm:pt modelId="{C1A959B5-EE5C-46AA-A3EF-F47E14AB6AEF}" type="sibTrans" cxnId="{86E11363-90A5-4870-8ED9-2284FE4FC9CC}">
      <dgm:prSet/>
      <dgm:spPr/>
      <dgm:t>
        <a:bodyPr/>
        <a:lstStyle/>
        <a:p>
          <a:endParaRPr lang="en-US"/>
        </a:p>
      </dgm:t>
    </dgm:pt>
    <dgm:pt modelId="{9FFB48E1-776F-4996-A4B6-E99F9FC1CBB6}">
      <dgm:prSet/>
      <dgm:spPr/>
      <dgm:t>
        <a:bodyPr/>
        <a:lstStyle/>
        <a:p>
          <a:r>
            <a:rPr lang="en-US" b="0" i="0"/>
            <a:t>Development: 24 hrs</a:t>
          </a:r>
          <a:endParaRPr lang="en-US"/>
        </a:p>
      </dgm:t>
    </dgm:pt>
    <dgm:pt modelId="{88FB982A-F9A3-409F-8852-2FD39A7D69E4}" type="parTrans" cxnId="{0C039865-DF9A-4E17-AA0C-E08D4F563492}">
      <dgm:prSet/>
      <dgm:spPr/>
      <dgm:t>
        <a:bodyPr/>
        <a:lstStyle/>
        <a:p>
          <a:endParaRPr lang="en-US"/>
        </a:p>
      </dgm:t>
    </dgm:pt>
    <dgm:pt modelId="{6025949D-0319-458F-83A5-30B8EA0124D7}" type="sibTrans" cxnId="{0C039865-DF9A-4E17-AA0C-E08D4F563492}">
      <dgm:prSet/>
      <dgm:spPr/>
      <dgm:t>
        <a:bodyPr/>
        <a:lstStyle/>
        <a:p>
          <a:endParaRPr lang="en-US"/>
        </a:p>
      </dgm:t>
    </dgm:pt>
    <dgm:pt modelId="{1EE6263A-4E42-4D4E-ADBD-255511F4C262}">
      <dgm:prSet/>
      <dgm:spPr/>
      <dgm:t>
        <a:bodyPr/>
        <a:lstStyle/>
        <a:p>
          <a:r>
            <a:rPr lang="en-US" b="0" i="0"/>
            <a:t>Finance: 48 hrs</a:t>
          </a:r>
          <a:endParaRPr lang="en-US"/>
        </a:p>
      </dgm:t>
    </dgm:pt>
    <dgm:pt modelId="{3CC1E6DB-5CBF-42C6-9BC8-71EEAA92C603}" type="parTrans" cxnId="{72033042-4ED7-4BCF-A857-0473B4B4994F}">
      <dgm:prSet/>
      <dgm:spPr/>
      <dgm:t>
        <a:bodyPr/>
        <a:lstStyle/>
        <a:p>
          <a:endParaRPr lang="en-US"/>
        </a:p>
      </dgm:t>
    </dgm:pt>
    <dgm:pt modelId="{7D0962A5-51D8-4E88-9B42-36D0766A8FEF}" type="sibTrans" cxnId="{72033042-4ED7-4BCF-A857-0473B4B4994F}">
      <dgm:prSet/>
      <dgm:spPr/>
      <dgm:t>
        <a:bodyPr/>
        <a:lstStyle/>
        <a:p>
          <a:endParaRPr lang="en-US"/>
        </a:p>
      </dgm:t>
    </dgm:pt>
    <dgm:pt modelId="{CF9A2195-C4A3-461A-9349-924CEA63A68C}" type="pres">
      <dgm:prSet presAssocID="{E6050ABD-48CC-4DAE-B184-CF81EE975556}" presName="root" presStyleCnt="0">
        <dgm:presLayoutVars>
          <dgm:dir/>
          <dgm:resizeHandles val="exact"/>
        </dgm:presLayoutVars>
      </dgm:prSet>
      <dgm:spPr/>
    </dgm:pt>
    <dgm:pt modelId="{77DA16D7-B760-46DC-9501-6DA5184DF993}" type="pres">
      <dgm:prSet presAssocID="{9BE8435E-9ABD-4914-A5C8-6C9DE7160099}" presName="compNode" presStyleCnt="0"/>
      <dgm:spPr/>
    </dgm:pt>
    <dgm:pt modelId="{B3F1E5ED-6F24-479C-AA3A-CE6DDFAC8CFD}" type="pres">
      <dgm:prSet presAssocID="{9BE8435E-9ABD-4914-A5C8-6C9DE7160099}" presName="bgRect" presStyleLbl="bgShp" presStyleIdx="0" presStyleCnt="4"/>
      <dgm:spPr/>
    </dgm:pt>
    <dgm:pt modelId="{7B5D8D15-AFF9-443C-813E-07B231F5D51D}" type="pres">
      <dgm:prSet presAssocID="{9BE8435E-9ABD-4914-A5C8-6C9DE716009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DF1B6DA-F01A-45CE-846B-09F224AA1FE9}" type="pres">
      <dgm:prSet presAssocID="{9BE8435E-9ABD-4914-A5C8-6C9DE7160099}" presName="spaceRect" presStyleCnt="0"/>
      <dgm:spPr/>
    </dgm:pt>
    <dgm:pt modelId="{AFA621A4-0044-4B11-A30C-588C490953B3}" type="pres">
      <dgm:prSet presAssocID="{9BE8435E-9ABD-4914-A5C8-6C9DE7160099}" presName="parTx" presStyleLbl="revTx" presStyleIdx="0" presStyleCnt="4">
        <dgm:presLayoutVars>
          <dgm:chMax val="0"/>
          <dgm:chPref val="0"/>
        </dgm:presLayoutVars>
      </dgm:prSet>
      <dgm:spPr/>
    </dgm:pt>
    <dgm:pt modelId="{9D7E324A-D4C0-4A07-86F9-E864E510B47F}" type="pres">
      <dgm:prSet presAssocID="{6E821EF3-3B92-4C59-91C7-129C3F901C1F}" presName="sibTrans" presStyleCnt="0"/>
      <dgm:spPr/>
    </dgm:pt>
    <dgm:pt modelId="{8D571A4B-B866-4BB6-8348-492085D681AC}" type="pres">
      <dgm:prSet presAssocID="{5B83E3CF-2B2B-4D45-BA75-007CB1985141}" presName="compNode" presStyleCnt="0"/>
      <dgm:spPr/>
    </dgm:pt>
    <dgm:pt modelId="{2728214D-2A52-458D-BCE2-8C17A2A30D73}" type="pres">
      <dgm:prSet presAssocID="{5B83E3CF-2B2B-4D45-BA75-007CB1985141}" presName="bgRect" presStyleLbl="bgShp" presStyleIdx="1" presStyleCnt="4"/>
      <dgm:spPr/>
    </dgm:pt>
    <dgm:pt modelId="{4CC45690-7436-4FBA-B906-5879B33D5FE5}" type="pres">
      <dgm:prSet presAssocID="{5B83E3CF-2B2B-4D45-BA75-007CB198514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07EF1DEC-F414-4772-85C0-30CE0CAB6D2A}" type="pres">
      <dgm:prSet presAssocID="{5B83E3CF-2B2B-4D45-BA75-007CB1985141}" presName="spaceRect" presStyleCnt="0"/>
      <dgm:spPr/>
    </dgm:pt>
    <dgm:pt modelId="{70AD35C3-BC4C-47C3-871D-EC1613DCDD4A}" type="pres">
      <dgm:prSet presAssocID="{5B83E3CF-2B2B-4D45-BA75-007CB1985141}" presName="parTx" presStyleLbl="revTx" presStyleIdx="1" presStyleCnt="4">
        <dgm:presLayoutVars>
          <dgm:chMax val="0"/>
          <dgm:chPref val="0"/>
        </dgm:presLayoutVars>
      </dgm:prSet>
      <dgm:spPr/>
    </dgm:pt>
    <dgm:pt modelId="{3E326E68-BF6B-453D-A35D-85081A292456}" type="pres">
      <dgm:prSet presAssocID="{C1A959B5-EE5C-46AA-A3EF-F47E14AB6AEF}" presName="sibTrans" presStyleCnt="0"/>
      <dgm:spPr/>
    </dgm:pt>
    <dgm:pt modelId="{BBE5076C-C96B-4993-ADFB-9FA7B5701220}" type="pres">
      <dgm:prSet presAssocID="{9FFB48E1-776F-4996-A4B6-E99F9FC1CBB6}" presName="compNode" presStyleCnt="0"/>
      <dgm:spPr/>
    </dgm:pt>
    <dgm:pt modelId="{D26ED733-BEA1-4788-BFDE-0456F711BA8B}" type="pres">
      <dgm:prSet presAssocID="{9FFB48E1-776F-4996-A4B6-E99F9FC1CBB6}" presName="bgRect" presStyleLbl="bgShp" presStyleIdx="2" presStyleCnt="4"/>
      <dgm:spPr/>
    </dgm:pt>
    <dgm:pt modelId="{2A1304BA-7EB2-4413-993A-2D9C07D3FA4A}" type="pres">
      <dgm:prSet presAssocID="{9FFB48E1-776F-4996-A4B6-E99F9FC1CBB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D5834E9-EEFC-4F79-9F76-88D662E3EA23}" type="pres">
      <dgm:prSet presAssocID="{9FFB48E1-776F-4996-A4B6-E99F9FC1CBB6}" presName="spaceRect" presStyleCnt="0"/>
      <dgm:spPr/>
    </dgm:pt>
    <dgm:pt modelId="{674D12AE-529A-42DF-BC14-7899D4A741F5}" type="pres">
      <dgm:prSet presAssocID="{9FFB48E1-776F-4996-A4B6-E99F9FC1CBB6}" presName="parTx" presStyleLbl="revTx" presStyleIdx="2" presStyleCnt="4">
        <dgm:presLayoutVars>
          <dgm:chMax val="0"/>
          <dgm:chPref val="0"/>
        </dgm:presLayoutVars>
      </dgm:prSet>
      <dgm:spPr/>
    </dgm:pt>
    <dgm:pt modelId="{F126872D-70FB-415D-84DC-4A5EAAF11F90}" type="pres">
      <dgm:prSet presAssocID="{6025949D-0319-458F-83A5-30B8EA0124D7}" presName="sibTrans" presStyleCnt="0"/>
      <dgm:spPr/>
    </dgm:pt>
    <dgm:pt modelId="{26916035-E50D-4255-8B74-13C2838CE936}" type="pres">
      <dgm:prSet presAssocID="{1EE6263A-4E42-4D4E-ADBD-255511F4C262}" presName="compNode" presStyleCnt="0"/>
      <dgm:spPr/>
    </dgm:pt>
    <dgm:pt modelId="{E0C7E2DF-52A1-40E2-8BDB-C69E35D0D82D}" type="pres">
      <dgm:prSet presAssocID="{1EE6263A-4E42-4D4E-ADBD-255511F4C262}" presName="bgRect" presStyleLbl="bgShp" presStyleIdx="3" presStyleCnt="4"/>
      <dgm:spPr/>
    </dgm:pt>
    <dgm:pt modelId="{0120E02E-0765-47A3-84B3-7D74FFC763A3}" type="pres">
      <dgm:prSet presAssocID="{1EE6263A-4E42-4D4E-ADBD-255511F4C26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1FBA868-57DA-48D9-813E-8430DCF15C85}" type="pres">
      <dgm:prSet presAssocID="{1EE6263A-4E42-4D4E-ADBD-255511F4C262}" presName="spaceRect" presStyleCnt="0"/>
      <dgm:spPr/>
    </dgm:pt>
    <dgm:pt modelId="{1DE75B44-06DA-4FB3-A17E-B8595C9C7FC0}" type="pres">
      <dgm:prSet presAssocID="{1EE6263A-4E42-4D4E-ADBD-255511F4C26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2033042-4ED7-4BCF-A857-0473B4B4994F}" srcId="{E6050ABD-48CC-4DAE-B184-CF81EE975556}" destId="{1EE6263A-4E42-4D4E-ADBD-255511F4C262}" srcOrd="3" destOrd="0" parTransId="{3CC1E6DB-5CBF-42C6-9BC8-71EEAA92C603}" sibTransId="{7D0962A5-51D8-4E88-9B42-36D0766A8FEF}"/>
    <dgm:cxn modelId="{86E11363-90A5-4870-8ED9-2284FE4FC9CC}" srcId="{E6050ABD-48CC-4DAE-B184-CF81EE975556}" destId="{5B83E3CF-2B2B-4D45-BA75-007CB1985141}" srcOrd="1" destOrd="0" parTransId="{7DD94067-9C03-48F9-9543-4F5A112BC549}" sibTransId="{C1A959B5-EE5C-46AA-A3EF-F47E14AB6AEF}"/>
    <dgm:cxn modelId="{08E6BB63-D1ED-4038-8FA4-10FA5143CF96}" type="presOf" srcId="{E6050ABD-48CC-4DAE-B184-CF81EE975556}" destId="{CF9A2195-C4A3-461A-9349-924CEA63A68C}" srcOrd="0" destOrd="0" presId="urn:microsoft.com/office/officeart/2018/2/layout/IconVerticalSolidList"/>
    <dgm:cxn modelId="{0C039865-DF9A-4E17-AA0C-E08D4F563492}" srcId="{E6050ABD-48CC-4DAE-B184-CF81EE975556}" destId="{9FFB48E1-776F-4996-A4B6-E99F9FC1CBB6}" srcOrd="2" destOrd="0" parTransId="{88FB982A-F9A3-409F-8852-2FD39A7D69E4}" sibTransId="{6025949D-0319-458F-83A5-30B8EA0124D7}"/>
    <dgm:cxn modelId="{B5D7A75A-C043-4954-B926-1A2623AC021B}" type="presOf" srcId="{1EE6263A-4E42-4D4E-ADBD-255511F4C262}" destId="{1DE75B44-06DA-4FB3-A17E-B8595C9C7FC0}" srcOrd="0" destOrd="0" presId="urn:microsoft.com/office/officeart/2018/2/layout/IconVerticalSolidList"/>
    <dgm:cxn modelId="{4B229298-FD4D-4805-BEF4-D0A906B65FA1}" srcId="{E6050ABD-48CC-4DAE-B184-CF81EE975556}" destId="{9BE8435E-9ABD-4914-A5C8-6C9DE7160099}" srcOrd="0" destOrd="0" parTransId="{E3E93065-36A6-42A8-BEC0-1BBD166CDF7E}" sibTransId="{6E821EF3-3B92-4C59-91C7-129C3F901C1F}"/>
    <dgm:cxn modelId="{75B3869B-4153-4590-9ED8-8F757B6A2090}" type="presOf" srcId="{9BE8435E-9ABD-4914-A5C8-6C9DE7160099}" destId="{AFA621A4-0044-4B11-A30C-588C490953B3}" srcOrd="0" destOrd="0" presId="urn:microsoft.com/office/officeart/2018/2/layout/IconVerticalSolidList"/>
    <dgm:cxn modelId="{8602EFA9-E9A1-42C3-9A0A-7C47125536DC}" type="presOf" srcId="{5B83E3CF-2B2B-4D45-BA75-007CB1985141}" destId="{70AD35C3-BC4C-47C3-871D-EC1613DCDD4A}" srcOrd="0" destOrd="0" presId="urn:microsoft.com/office/officeart/2018/2/layout/IconVerticalSolidList"/>
    <dgm:cxn modelId="{DA1F12D7-FE76-4B92-BFFF-BFC8496D5B88}" type="presOf" srcId="{9FFB48E1-776F-4996-A4B6-E99F9FC1CBB6}" destId="{674D12AE-529A-42DF-BC14-7899D4A741F5}" srcOrd="0" destOrd="0" presId="urn:microsoft.com/office/officeart/2018/2/layout/IconVerticalSolidList"/>
    <dgm:cxn modelId="{428F8E19-9001-4A57-9218-DAE4BB49E210}" type="presParOf" srcId="{CF9A2195-C4A3-461A-9349-924CEA63A68C}" destId="{77DA16D7-B760-46DC-9501-6DA5184DF993}" srcOrd="0" destOrd="0" presId="urn:microsoft.com/office/officeart/2018/2/layout/IconVerticalSolidList"/>
    <dgm:cxn modelId="{64BC883B-C413-43A0-9C05-68E9D0AF862A}" type="presParOf" srcId="{77DA16D7-B760-46DC-9501-6DA5184DF993}" destId="{B3F1E5ED-6F24-479C-AA3A-CE6DDFAC8CFD}" srcOrd="0" destOrd="0" presId="urn:microsoft.com/office/officeart/2018/2/layout/IconVerticalSolidList"/>
    <dgm:cxn modelId="{7AC2F24E-E974-424E-B93F-83798099E086}" type="presParOf" srcId="{77DA16D7-B760-46DC-9501-6DA5184DF993}" destId="{7B5D8D15-AFF9-443C-813E-07B231F5D51D}" srcOrd="1" destOrd="0" presId="urn:microsoft.com/office/officeart/2018/2/layout/IconVerticalSolidList"/>
    <dgm:cxn modelId="{C1E0973B-57B4-4E7B-9B88-B75AD203CB6D}" type="presParOf" srcId="{77DA16D7-B760-46DC-9501-6DA5184DF993}" destId="{DDF1B6DA-F01A-45CE-846B-09F224AA1FE9}" srcOrd="2" destOrd="0" presId="urn:microsoft.com/office/officeart/2018/2/layout/IconVerticalSolidList"/>
    <dgm:cxn modelId="{4D87B8FF-52A6-471A-AEA0-2F9A76E2F9B6}" type="presParOf" srcId="{77DA16D7-B760-46DC-9501-6DA5184DF993}" destId="{AFA621A4-0044-4B11-A30C-588C490953B3}" srcOrd="3" destOrd="0" presId="urn:microsoft.com/office/officeart/2018/2/layout/IconVerticalSolidList"/>
    <dgm:cxn modelId="{1BCEFE3A-D3E2-4449-B16D-7D42AB9980AE}" type="presParOf" srcId="{CF9A2195-C4A3-461A-9349-924CEA63A68C}" destId="{9D7E324A-D4C0-4A07-86F9-E864E510B47F}" srcOrd="1" destOrd="0" presId="urn:microsoft.com/office/officeart/2018/2/layout/IconVerticalSolidList"/>
    <dgm:cxn modelId="{341A5598-58BA-4F2F-A6E3-24C282604A08}" type="presParOf" srcId="{CF9A2195-C4A3-461A-9349-924CEA63A68C}" destId="{8D571A4B-B866-4BB6-8348-492085D681AC}" srcOrd="2" destOrd="0" presId="urn:microsoft.com/office/officeart/2018/2/layout/IconVerticalSolidList"/>
    <dgm:cxn modelId="{C7097127-3E5E-4254-A929-36904D264C1B}" type="presParOf" srcId="{8D571A4B-B866-4BB6-8348-492085D681AC}" destId="{2728214D-2A52-458D-BCE2-8C17A2A30D73}" srcOrd="0" destOrd="0" presId="urn:microsoft.com/office/officeart/2018/2/layout/IconVerticalSolidList"/>
    <dgm:cxn modelId="{9AB3F98F-001A-42D3-9012-D1C3373794BD}" type="presParOf" srcId="{8D571A4B-B866-4BB6-8348-492085D681AC}" destId="{4CC45690-7436-4FBA-B906-5879B33D5FE5}" srcOrd="1" destOrd="0" presId="urn:microsoft.com/office/officeart/2018/2/layout/IconVerticalSolidList"/>
    <dgm:cxn modelId="{6B8CED37-8DDB-4316-BBF1-1508E740514F}" type="presParOf" srcId="{8D571A4B-B866-4BB6-8348-492085D681AC}" destId="{07EF1DEC-F414-4772-85C0-30CE0CAB6D2A}" srcOrd="2" destOrd="0" presId="urn:microsoft.com/office/officeart/2018/2/layout/IconVerticalSolidList"/>
    <dgm:cxn modelId="{6DCCD5F1-CEB1-4E10-9AAD-4DA3692A2C24}" type="presParOf" srcId="{8D571A4B-B866-4BB6-8348-492085D681AC}" destId="{70AD35C3-BC4C-47C3-871D-EC1613DCDD4A}" srcOrd="3" destOrd="0" presId="urn:microsoft.com/office/officeart/2018/2/layout/IconVerticalSolidList"/>
    <dgm:cxn modelId="{4CED98E4-3CCE-4D1B-9732-B92BBFB3F43E}" type="presParOf" srcId="{CF9A2195-C4A3-461A-9349-924CEA63A68C}" destId="{3E326E68-BF6B-453D-A35D-85081A292456}" srcOrd="3" destOrd="0" presId="urn:microsoft.com/office/officeart/2018/2/layout/IconVerticalSolidList"/>
    <dgm:cxn modelId="{A34380D8-F5F4-47AF-BB08-941499EC4B7D}" type="presParOf" srcId="{CF9A2195-C4A3-461A-9349-924CEA63A68C}" destId="{BBE5076C-C96B-4993-ADFB-9FA7B5701220}" srcOrd="4" destOrd="0" presId="urn:microsoft.com/office/officeart/2018/2/layout/IconVerticalSolidList"/>
    <dgm:cxn modelId="{F423DE22-4641-4EBB-B8F4-6293DF5FE560}" type="presParOf" srcId="{BBE5076C-C96B-4993-ADFB-9FA7B5701220}" destId="{D26ED733-BEA1-4788-BFDE-0456F711BA8B}" srcOrd="0" destOrd="0" presId="urn:microsoft.com/office/officeart/2018/2/layout/IconVerticalSolidList"/>
    <dgm:cxn modelId="{DF72E17C-5283-4781-AB2F-6505683535AD}" type="presParOf" srcId="{BBE5076C-C96B-4993-ADFB-9FA7B5701220}" destId="{2A1304BA-7EB2-4413-993A-2D9C07D3FA4A}" srcOrd="1" destOrd="0" presId="urn:microsoft.com/office/officeart/2018/2/layout/IconVerticalSolidList"/>
    <dgm:cxn modelId="{0922B04E-5543-4FF1-BDF0-A41AFCDB54FB}" type="presParOf" srcId="{BBE5076C-C96B-4993-ADFB-9FA7B5701220}" destId="{BD5834E9-EEFC-4F79-9F76-88D662E3EA23}" srcOrd="2" destOrd="0" presId="urn:microsoft.com/office/officeart/2018/2/layout/IconVerticalSolidList"/>
    <dgm:cxn modelId="{4F8CC427-2A6A-4EEB-B576-5938AB94A665}" type="presParOf" srcId="{BBE5076C-C96B-4993-ADFB-9FA7B5701220}" destId="{674D12AE-529A-42DF-BC14-7899D4A741F5}" srcOrd="3" destOrd="0" presId="urn:microsoft.com/office/officeart/2018/2/layout/IconVerticalSolidList"/>
    <dgm:cxn modelId="{2FC690C5-2524-4A89-97B6-C005CC02371A}" type="presParOf" srcId="{CF9A2195-C4A3-461A-9349-924CEA63A68C}" destId="{F126872D-70FB-415D-84DC-4A5EAAF11F90}" srcOrd="5" destOrd="0" presId="urn:microsoft.com/office/officeart/2018/2/layout/IconVerticalSolidList"/>
    <dgm:cxn modelId="{954B66B1-B865-4D99-A135-2EE29AEBC229}" type="presParOf" srcId="{CF9A2195-C4A3-461A-9349-924CEA63A68C}" destId="{26916035-E50D-4255-8B74-13C2838CE936}" srcOrd="6" destOrd="0" presId="urn:microsoft.com/office/officeart/2018/2/layout/IconVerticalSolidList"/>
    <dgm:cxn modelId="{3E5AB15D-10E7-4A05-9A45-8EDA46E72BC5}" type="presParOf" srcId="{26916035-E50D-4255-8B74-13C2838CE936}" destId="{E0C7E2DF-52A1-40E2-8BDB-C69E35D0D82D}" srcOrd="0" destOrd="0" presId="urn:microsoft.com/office/officeart/2018/2/layout/IconVerticalSolidList"/>
    <dgm:cxn modelId="{03DEE6FC-91F0-4DCB-BC51-E4C3330DE177}" type="presParOf" srcId="{26916035-E50D-4255-8B74-13C2838CE936}" destId="{0120E02E-0765-47A3-84B3-7D74FFC763A3}" srcOrd="1" destOrd="0" presId="urn:microsoft.com/office/officeart/2018/2/layout/IconVerticalSolidList"/>
    <dgm:cxn modelId="{D104F823-FAD2-4C04-BB4F-208305786465}" type="presParOf" srcId="{26916035-E50D-4255-8B74-13C2838CE936}" destId="{91FBA868-57DA-48D9-813E-8430DCF15C85}" srcOrd="2" destOrd="0" presId="urn:microsoft.com/office/officeart/2018/2/layout/IconVerticalSolidList"/>
    <dgm:cxn modelId="{B9F95BB3-7643-4DFF-B747-1CB53EC54FB0}" type="presParOf" srcId="{26916035-E50D-4255-8B74-13C2838CE936}" destId="{1DE75B44-06DA-4FB3-A17E-B8595C9C7F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9F832D-6A13-43CD-9284-6D7BA24FA8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D6A66E7-DBBF-4F72-8D98-C4DD2701C2FA}">
      <dgm:prSet/>
      <dgm:spPr/>
      <dgm:t>
        <a:bodyPr/>
        <a:lstStyle/>
        <a:p>
          <a:r>
            <a:rPr lang="en-US" b="0" i="0"/>
            <a:t>RTO: 4–24 hrs, RPO: 1–4 hrs</a:t>
          </a:r>
          <a:endParaRPr lang="en-US"/>
        </a:p>
      </dgm:t>
    </dgm:pt>
    <dgm:pt modelId="{7D0F3F90-07A3-4324-887B-16BAB8070432}" type="parTrans" cxnId="{C0449CF9-CC5B-48B2-BB13-25AE0E7E1480}">
      <dgm:prSet/>
      <dgm:spPr/>
      <dgm:t>
        <a:bodyPr/>
        <a:lstStyle/>
        <a:p>
          <a:endParaRPr lang="en-US"/>
        </a:p>
      </dgm:t>
    </dgm:pt>
    <dgm:pt modelId="{AF3046D3-CC4A-4714-B75F-7D0B8A794F4E}" type="sibTrans" cxnId="{C0449CF9-CC5B-48B2-BB13-25AE0E7E1480}">
      <dgm:prSet/>
      <dgm:spPr/>
      <dgm:t>
        <a:bodyPr/>
        <a:lstStyle/>
        <a:p>
          <a:endParaRPr lang="en-US"/>
        </a:p>
      </dgm:t>
    </dgm:pt>
    <dgm:pt modelId="{B11D8951-0261-4C02-A375-9A62E49A8B95}">
      <dgm:prSet/>
      <dgm:spPr/>
      <dgm:t>
        <a:bodyPr/>
        <a:lstStyle/>
        <a:p>
          <a:r>
            <a:rPr lang="en-US" b="0" i="0"/>
            <a:t>Cloud + offline backups</a:t>
          </a:r>
          <a:endParaRPr lang="en-US"/>
        </a:p>
      </dgm:t>
    </dgm:pt>
    <dgm:pt modelId="{81B0E1A8-22D0-4ADF-AE6D-8EE304C2D2D4}" type="parTrans" cxnId="{8CC5A6C7-50B9-4326-A66B-FBB7D8979EB2}">
      <dgm:prSet/>
      <dgm:spPr/>
      <dgm:t>
        <a:bodyPr/>
        <a:lstStyle/>
        <a:p>
          <a:endParaRPr lang="en-US"/>
        </a:p>
      </dgm:t>
    </dgm:pt>
    <dgm:pt modelId="{23902E6A-9E6C-4569-AAAD-4C3EC18A0BFC}" type="sibTrans" cxnId="{8CC5A6C7-50B9-4326-A66B-FBB7D8979EB2}">
      <dgm:prSet/>
      <dgm:spPr/>
      <dgm:t>
        <a:bodyPr/>
        <a:lstStyle/>
        <a:p>
          <a:endParaRPr lang="en-US"/>
        </a:p>
      </dgm:t>
    </dgm:pt>
    <dgm:pt modelId="{7F6C1887-C8B0-4AFD-A927-3F2710E6CEAB}">
      <dgm:prSet/>
      <dgm:spPr/>
      <dgm:t>
        <a:bodyPr/>
        <a:lstStyle/>
        <a:p>
          <a:r>
            <a:rPr lang="en-US" b="0" i="0"/>
            <a:t>System isolation and recovery steps</a:t>
          </a:r>
          <a:endParaRPr lang="en-US"/>
        </a:p>
      </dgm:t>
    </dgm:pt>
    <dgm:pt modelId="{3AFF2187-15F7-457B-83D8-D9793C5D7A89}" type="parTrans" cxnId="{08857410-6224-40D6-843D-8E903A8B0D2A}">
      <dgm:prSet/>
      <dgm:spPr/>
      <dgm:t>
        <a:bodyPr/>
        <a:lstStyle/>
        <a:p>
          <a:endParaRPr lang="en-US"/>
        </a:p>
      </dgm:t>
    </dgm:pt>
    <dgm:pt modelId="{57877ADC-C089-4F4B-80ED-200EB7E8EAF2}" type="sibTrans" cxnId="{08857410-6224-40D6-843D-8E903A8B0D2A}">
      <dgm:prSet/>
      <dgm:spPr/>
      <dgm:t>
        <a:bodyPr/>
        <a:lstStyle/>
        <a:p>
          <a:endParaRPr lang="en-US"/>
        </a:p>
      </dgm:t>
    </dgm:pt>
    <dgm:pt modelId="{6FA8DF4F-4D79-4057-8CAC-667F7C1B727C}">
      <dgm:prSet/>
      <dgm:spPr/>
      <dgm:t>
        <a:bodyPr/>
        <a:lstStyle/>
        <a:p>
          <a:r>
            <a:rPr lang="en-US" b="0" i="0"/>
            <a:t>Post-incident review</a:t>
          </a:r>
          <a:endParaRPr lang="en-US"/>
        </a:p>
      </dgm:t>
    </dgm:pt>
    <dgm:pt modelId="{7C4FAA6D-67E4-4CFB-B2FB-38952CD4E02C}" type="parTrans" cxnId="{EB6F39AE-1FED-4B27-AA69-D4388F426310}">
      <dgm:prSet/>
      <dgm:spPr/>
      <dgm:t>
        <a:bodyPr/>
        <a:lstStyle/>
        <a:p>
          <a:endParaRPr lang="en-US"/>
        </a:p>
      </dgm:t>
    </dgm:pt>
    <dgm:pt modelId="{8D7210B3-B732-469E-A267-333DA55B2B14}" type="sibTrans" cxnId="{EB6F39AE-1FED-4B27-AA69-D4388F426310}">
      <dgm:prSet/>
      <dgm:spPr/>
      <dgm:t>
        <a:bodyPr/>
        <a:lstStyle/>
        <a:p>
          <a:endParaRPr lang="en-US"/>
        </a:p>
      </dgm:t>
    </dgm:pt>
    <dgm:pt modelId="{8CA10596-7E07-4DBE-9D1F-F2029DF065B6}" type="pres">
      <dgm:prSet presAssocID="{F99F832D-6A13-43CD-9284-6D7BA24FA831}" presName="root" presStyleCnt="0">
        <dgm:presLayoutVars>
          <dgm:dir/>
          <dgm:resizeHandles val="exact"/>
        </dgm:presLayoutVars>
      </dgm:prSet>
      <dgm:spPr/>
    </dgm:pt>
    <dgm:pt modelId="{E8D33554-70B6-495B-8D52-CE7A06B08B0D}" type="pres">
      <dgm:prSet presAssocID="{8D6A66E7-DBBF-4F72-8D98-C4DD2701C2FA}" presName="compNode" presStyleCnt="0"/>
      <dgm:spPr/>
    </dgm:pt>
    <dgm:pt modelId="{3ED019AE-6D66-4193-928F-DFE0ECAEBD14}" type="pres">
      <dgm:prSet presAssocID="{8D6A66E7-DBBF-4F72-8D98-C4DD2701C2FA}" presName="bgRect" presStyleLbl="bgShp" presStyleIdx="0" presStyleCnt="4"/>
      <dgm:spPr/>
    </dgm:pt>
    <dgm:pt modelId="{031C44C3-7C9D-4DC0-88A7-C3520E38EE2B}" type="pres">
      <dgm:prSet presAssocID="{8D6A66E7-DBBF-4F72-8D98-C4DD2701C2F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6387F85-7AFD-4235-A31B-0D0D8483DC38}" type="pres">
      <dgm:prSet presAssocID="{8D6A66E7-DBBF-4F72-8D98-C4DD2701C2FA}" presName="spaceRect" presStyleCnt="0"/>
      <dgm:spPr/>
    </dgm:pt>
    <dgm:pt modelId="{CD296919-9836-47D6-9A04-26DE50CC881F}" type="pres">
      <dgm:prSet presAssocID="{8D6A66E7-DBBF-4F72-8D98-C4DD2701C2FA}" presName="parTx" presStyleLbl="revTx" presStyleIdx="0" presStyleCnt="4">
        <dgm:presLayoutVars>
          <dgm:chMax val="0"/>
          <dgm:chPref val="0"/>
        </dgm:presLayoutVars>
      </dgm:prSet>
      <dgm:spPr/>
    </dgm:pt>
    <dgm:pt modelId="{7DA88121-D64E-42A7-8CA0-4FB16E0C661A}" type="pres">
      <dgm:prSet presAssocID="{AF3046D3-CC4A-4714-B75F-7D0B8A794F4E}" presName="sibTrans" presStyleCnt="0"/>
      <dgm:spPr/>
    </dgm:pt>
    <dgm:pt modelId="{E92D2210-FCDD-464C-B350-716D20D072C7}" type="pres">
      <dgm:prSet presAssocID="{B11D8951-0261-4C02-A375-9A62E49A8B95}" presName="compNode" presStyleCnt="0"/>
      <dgm:spPr/>
    </dgm:pt>
    <dgm:pt modelId="{C9713B44-621B-4FE6-B944-673C41FC75E4}" type="pres">
      <dgm:prSet presAssocID="{B11D8951-0261-4C02-A375-9A62E49A8B95}" presName="bgRect" presStyleLbl="bgShp" presStyleIdx="1" presStyleCnt="4"/>
      <dgm:spPr/>
    </dgm:pt>
    <dgm:pt modelId="{52DF18E3-5486-45FF-9C56-05052463ED12}" type="pres">
      <dgm:prSet presAssocID="{B11D8951-0261-4C02-A375-9A62E49A8B9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E1A47A36-0A98-4268-867A-C760B9F9545F}" type="pres">
      <dgm:prSet presAssocID="{B11D8951-0261-4C02-A375-9A62E49A8B95}" presName="spaceRect" presStyleCnt="0"/>
      <dgm:spPr/>
    </dgm:pt>
    <dgm:pt modelId="{F1E6CAF0-ADC4-4432-A788-C489DD2E1887}" type="pres">
      <dgm:prSet presAssocID="{B11D8951-0261-4C02-A375-9A62E49A8B95}" presName="parTx" presStyleLbl="revTx" presStyleIdx="1" presStyleCnt="4">
        <dgm:presLayoutVars>
          <dgm:chMax val="0"/>
          <dgm:chPref val="0"/>
        </dgm:presLayoutVars>
      </dgm:prSet>
      <dgm:spPr/>
    </dgm:pt>
    <dgm:pt modelId="{A8709DDE-6E6B-43ED-9334-E8E481C3B2EB}" type="pres">
      <dgm:prSet presAssocID="{23902E6A-9E6C-4569-AAAD-4C3EC18A0BFC}" presName="sibTrans" presStyleCnt="0"/>
      <dgm:spPr/>
    </dgm:pt>
    <dgm:pt modelId="{DFA7CE13-2DCA-474B-A226-B05681ABF4F0}" type="pres">
      <dgm:prSet presAssocID="{7F6C1887-C8B0-4AFD-A927-3F2710E6CEAB}" presName="compNode" presStyleCnt="0"/>
      <dgm:spPr/>
    </dgm:pt>
    <dgm:pt modelId="{85F3D4EC-BC3A-4284-BDF1-75939C204A85}" type="pres">
      <dgm:prSet presAssocID="{7F6C1887-C8B0-4AFD-A927-3F2710E6CEAB}" presName="bgRect" presStyleLbl="bgShp" presStyleIdx="2" presStyleCnt="4"/>
      <dgm:spPr/>
    </dgm:pt>
    <dgm:pt modelId="{160BCC1C-E40B-4C2D-AD19-ADB0043E079F}" type="pres">
      <dgm:prSet presAssocID="{7F6C1887-C8B0-4AFD-A927-3F2710E6CEA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9FDAE48-CED4-4605-A702-253A17774E60}" type="pres">
      <dgm:prSet presAssocID="{7F6C1887-C8B0-4AFD-A927-3F2710E6CEAB}" presName="spaceRect" presStyleCnt="0"/>
      <dgm:spPr/>
    </dgm:pt>
    <dgm:pt modelId="{754AF014-633C-442B-A1F3-FB8F753AD44D}" type="pres">
      <dgm:prSet presAssocID="{7F6C1887-C8B0-4AFD-A927-3F2710E6CEAB}" presName="parTx" presStyleLbl="revTx" presStyleIdx="2" presStyleCnt="4">
        <dgm:presLayoutVars>
          <dgm:chMax val="0"/>
          <dgm:chPref val="0"/>
        </dgm:presLayoutVars>
      </dgm:prSet>
      <dgm:spPr/>
    </dgm:pt>
    <dgm:pt modelId="{0020CC0D-C37E-4C8A-9987-07AEE47DC14C}" type="pres">
      <dgm:prSet presAssocID="{57877ADC-C089-4F4B-80ED-200EB7E8EAF2}" presName="sibTrans" presStyleCnt="0"/>
      <dgm:spPr/>
    </dgm:pt>
    <dgm:pt modelId="{00C0D762-8759-416C-909B-15D25618B81F}" type="pres">
      <dgm:prSet presAssocID="{6FA8DF4F-4D79-4057-8CAC-667F7C1B727C}" presName="compNode" presStyleCnt="0"/>
      <dgm:spPr/>
    </dgm:pt>
    <dgm:pt modelId="{DFDA2FEA-00D8-439A-A74E-3618DF925A53}" type="pres">
      <dgm:prSet presAssocID="{6FA8DF4F-4D79-4057-8CAC-667F7C1B727C}" presName="bgRect" presStyleLbl="bgShp" presStyleIdx="3" presStyleCnt="4"/>
      <dgm:spPr/>
    </dgm:pt>
    <dgm:pt modelId="{95F87506-1815-4841-854A-2D3F1087A5E3}" type="pres">
      <dgm:prSet presAssocID="{6FA8DF4F-4D79-4057-8CAC-667F7C1B727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ilbox"/>
        </a:ext>
      </dgm:extLst>
    </dgm:pt>
    <dgm:pt modelId="{21E89A5C-07DB-4838-B873-273AE76F71D0}" type="pres">
      <dgm:prSet presAssocID="{6FA8DF4F-4D79-4057-8CAC-667F7C1B727C}" presName="spaceRect" presStyleCnt="0"/>
      <dgm:spPr/>
    </dgm:pt>
    <dgm:pt modelId="{F66B4582-3F15-41C0-872E-5378C955A33D}" type="pres">
      <dgm:prSet presAssocID="{6FA8DF4F-4D79-4057-8CAC-667F7C1B727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E217806-E471-4C73-89AB-E8D6E1D568B1}" type="presOf" srcId="{8D6A66E7-DBBF-4F72-8D98-C4DD2701C2FA}" destId="{CD296919-9836-47D6-9A04-26DE50CC881F}" srcOrd="0" destOrd="0" presId="urn:microsoft.com/office/officeart/2018/2/layout/IconVerticalSolidList"/>
    <dgm:cxn modelId="{08857410-6224-40D6-843D-8E903A8B0D2A}" srcId="{F99F832D-6A13-43CD-9284-6D7BA24FA831}" destId="{7F6C1887-C8B0-4AFD-A927-3F2710E6CEAB}" srcOrd="2" destOrd="0" parTransId="{3AFF2187-15F7-457B-83D8-D9793C5D7A89}" sibTransId="{57877ADC-C089-4F4B-80ED-200EB7E8EAF2}"/>
    <dgm:cxn modelId="{F32D0916-DFB4-40B9-8647-1180B5596FC3}" type="presOf" srcId="{F99F832D-6A13-43CD-9284-6D7BA24FA831}" destId="{8CA10596-7E07-4DBE-9D1F-F2029DF065B6}" srcOrd="0" destOrd="0" presId="urn:microsoft.com/office/officeart/2018/2/layout/IconVerticalSolidList"/>
    <dgm:cxn modelId="{6E9E0931-9A16-4893-BF30-A1201360F98B}" type="presOf" srcId="{6FA8DF4F-4D79-4057-8CAC-667F7C1B727C}" destId="{F66B4582-3F15-41C0-872E-5378C955A33D}" srcOrd="0" destOrd="0" presId="urn:microsoft.com/office/officeart/2018/2/layout/IconVerticalSolidList"/>
    <dgm:cxn modelId="{EB6F39AE-1FED-4B27-AA69-D4388F426310}" srcId="{F99F832D-6A13-43CD-9284-6D7BA24FA831}" destId="{6FA8DF4F-4D79-4057-8CAC-667F7C1B727C}" srcOrd="3" destOrd="0" parTransId="{7C4FAA6D-67E4-4CFB-B2FB-38952CD4E02C}" sibTransId="{8D7210B3-B732-469E-A267-333DA55B2B14}"/>
    <dgm:cxn modelId="{C7B974BA-B826-465E-8FC3-937DB2756DC0}" type="presOf" srcId="{7F6C1887-C8B0-4AFD-A927-3F2710E6CEAB}" destId="{754AF014-633C-442B-A1F3-FB8F753AD44D}" srcOrd="0" destOrd="0" presId="urn:microsoft.com/office/officeart/2018/2/layout/IconVerticalSolidList"/>
    <dgm:cxn modelId="{8CC5A6C7-50B9-4326-A66B-FBB7D8979EB2}" srcId="{F99F832D-6A13-43CD-9284-6D7BA24FA831}" destId="{B11D8951-0261-4C02-A375-9A62E49A8B95}" srcOrd="1" destOrd="0" parTransId="{81B0E1A8-22D0-4ADF-AE6D-8EE304C2D2D4}" sibTransId="{23902E6A-9E6C-4569-AAAD-4C3EC18A0BFC}"/>
    <dgm:cxn modelId="{4EC19BF3-892C-4629-94D5-263FE2C10BC5}" type="presOf" srcId="{B11D8951-0261-4C02-A375-9A62E49A8B95}" destId="{F1E6CAF0-ADC4-4432-A788-C489DD2E1887}" srcOrd="0" destOrd="0" presId="urn:microsoft.com/office/officeart/2018/2/layout/IconVerticalSolidList"/>
    <dgm:cxn modelId="{C0449CF9-CC5B-48B2-BB13-25AE0E7E1480}" srcId="{F99F832D-6A13-43CD-9284-6D7BA24FA831}" destId="{8D6A66E7-DBBF-4F72-8D98-C4DD2701C2FA}" srcOrd="0" destOrd="0" parTransId="{7D0F3F90-07A3-4324-887B-16BAB8070432}" sibTransId="{AF3046D3-CC4A-4714-B75F-7D0B8A794F4E}"/>
    <dgm:cxn modelId="{E5D05BCC-D202-4B7A-AF98-7C8AA03A3BF6}" type="presParOf" srcId="{8CA10596-7E07-4DBE-9D1F-F2029DF065B6}" destId="{E8D33554-70B6-495B-8D52-CE7A06B08B0D}" srcOrd="0" destOrd="0" presId="urn:microsoft.com/office/officeart/2018/2/layout/IconVerticalSolidList"/>
    <dgm:cxn modelId="{7EC1DD1C-3C2C-4529-9525-B88CBD0BD06E}" type="presParOf" srcId="{E8D33554-70B6-495B-8D52-CE7A06B08B0D}" destId="{3ED019AE-6D66-4193-928F-DFE0ECAEBD14}" srcOrd="0" destOrd="0" presId="urn:microsoft.com/office/officeart/2018/2/layout/IconVerticalSolidList"/>
    <dgm:cxn modelId="{2AB9D596-57FB-4BF8-B899-BC77FC61FA46}" type="presParOf" srcId="{E8D33554-70B6-495B-8D52-CE7A06B08B0D}" destId="{031C44C3-7C9D-4DC0-88A7-C3520E38EE2B}" srcOrd="1" destOrd="0" presId="urn:microsoft.com/office/officeart/2018/2/layout/IconVerticalSolidList"/>
    <dgm:cxn modelId="{7F03B396-4922-49B3-A27A-A28B898CA733}" type="presParOf" srcId="{E8D33554-70B6-495B-8D52-CE7A06B08B0D}" destId="{16387F85-7AFD-4235-A31B-0D0D8483DC38}" srcOrd="2" destOrd="0" presId="urn:microsoft.com/office/officeart/2018/2/layout/IconVerticalSolidList"/>
    <dgm:cxn modelId="{498F08E4-9CD7-4ED2-B445-B1E6EEB062DC}" type="presParOf" srcId="{E8D33554-70B6-495B-8D52-CE7A06B08B0D}" destId="{CD296919-9836-47D6-9A04-26DE50CC881F}" srcOrd="3" destOrd="0" presId="urn:microsoft.com/office/officeart/2018/2/layout/IconVerticalSolidList"/>
    <dgm:cxn modelId="{A84713CF-83F7-4D15-A778-C839897504ED}" type="presParOf" srcId="{8CA10596-7E07-4DBE-9D1F-F2029DF065B6}" destId="{7DA88121-D64E-42A7-8CA0-4FB16E0C661A}" srcOrd="1" destOrd="0" presId="urn:microsoft.com/office/officeart/2018/2/layout/IconVerticalSolidList"/>
    <dgm:cxn modelId="{079F64A6-0FF8-45FF-8CCA-88E32E22EC32}" type="presParOf" srcId="{8CA10596-7E07-4DBE-9D1F-F2029DF065B6}" destId="{E92D2210-FCDD-464C-B350-716D20D072C7}" srcOrd="2" destOrd="0" presId="urn:microsoft.com/office/officeart/2018/2/layout/IconVerticalSolidList"/>
    <dgm:cxn modelId="{2B96F399-42B6-467C-BBC0-81B0CB12100E}" type="presParOf" srcId="{E92D2210-FCDD-464C-B350-716D20D072C7}" destId="{C9713B44-621B-4FE6-B944-673C41FC75E4}" srcOrd="0" destOrd="0" presId="urn:microsoft.com/office/officeart/2018/2/layout/IconVerticalSolidList"/>
    <dgm:cxn modelId="{7B82C36A-19C9-48AD-9AE1-EA85915FF965}" type="presParOf" srcId="{E92D2210-FCDD-464C-B350-716D20D072C7}" destId="{52DF18E3-5486-45FF-9C56-05052463ED12}" srcOrd="1" destOrd="0" presId="urn:microsoft.com/office/officeart/2018/2/layout/IconVerticalSolidList"/>
    <dgm:cxn modelId="{4C1E81EC-C2BE-41D6-8868-80E56C45E993}" type="presParOf" srcId="{E92D2210-FCDD-464C-B350-716D20D072C7}" destId="{E1A47A36-0A98-4268-867A-C760B9F9545F}" srcOrd="2" destOrd="0" presId="urn:microsoft.com/office/officeart/2018/2/layout/IconVerticalSolidList"/>
    <dgm:cxn modelId="{7C12B121-A59A-4FB8-B63B-C02D8C0B5301}" type="presParOf" srcId="{E92D2210-FCDD-464C-B350-716D20D072C7}" destId="{F1E6CAF0-ADC4-4432-A788-C489DD2E1887}" srcOrd="3" destOrd="0" presId="urn:microsoft.com/office/officeart/2018/2/layout/IconVerticalSolidList"/>
    <dgm:cxn modelId="{66F389A9-B5EB-47AC-ADFD-22BEF473A616}" type="presParOf" srcId="{8CA10596-7E07-4DBE-9D1F-F2029DF065B6}" destId="{A8709DDE-6E6B-43ED-9334-E8E481C3B2EB}" srcOrd="3" destOrd="0" presId="urn:microsoft.com/office/officeart/2018/2/layout/IconVerticalSolidList"/>
    <dgm:cxn modelId="{0274EA3D-E3B9-45FE-8CCC-A4EDD4C4FCF5}" type="presParOf" srcId="{8CA10596-7E07-4DBE-9D1F-F2029DF065B6}" destId="{DFA7CE13-2DCA-474B-A226-B05681ABF4F0}" srcOrd="4" destOrd="0" presId="urn:microsoft.com/office/officeart/2018/2/layout/IconVerticalSolidList"/>
    <dgm:cxn modelId="{974A56BC-9657-49CF-8D40-8BD52E5B7FFC}" type="presParOf" srcId="{DFA7CE13-2DCA-474B-A226-B05681ABF4F0}" destId="{85F3D4EC-BC3A-4284-BDF1-75939C204A85}" srcOrd="0" destOrd="0" presId="urn:microsoft.com/office/officeart/2018/2/layout/IconVerticalSolidList"/>
    <dgm:cxn modelId="{C5E5AF76-2ADD-4013-BE1C-05D809ACD811}" type="presParOf" srcId="{DFA7CE13-2DCA-474B-A226-B05681ABF4F0}" destId="{160BCC1C-E40B-4C2D-AD19-ADB0043E079F}" srcOrd="1" destOrd="0" presId="urn:microsoft.com/office/officeart/2018/2/layout/IconVerticalSolidList"/>
    <dgm:cxn modelId="{A173B545-52EE-42ED-BACD-941536554E9F}" type="presParOf" srcId="{DFA7CE13-2DCA-474B-A226-B05681ABF4F0}" destId="{09FDAE48-CED4-4605-A702-253A17774E60}" srcOrd="2" destOrd="0" presId="urn:microsoft.com/office/officeart/2018/2/layout/IconVerticalSolidList"/>
    <dgm:cxn modelId="{E860590A-A8F8-48B4-8949-8D8E63C42532}" type="presParOf" srcId="{DFA7CE13-2DCA-474B-A226-B05681ABF4F0}" destId="{754AF014-633C-442B-A1F3-FB8F753AD44D}" srcOrd="3" destOrd="0" presId="urn:microsoft.com/office/officeart/2018/2/layout/IconVerticalSolidList"/>
    <dgm:cxn modelId="{26651452-1A14-40EB-9A16-6F76F4E696D7}" type="presParOf" srcId="{8CA10596-7E07-4DBE-9D1F-F2029DF065B6}" destId="{0020CC0D-C37E-4C8A-9987-07AEE47DC14C}" srcOrd="5" destOrd="0" presId="urn:microsoft.com/office/officeart/2018/2/layout/IconVerticalSolidList"/>
    <dgm:cxn modelId="{61CD567A-4629-431D-8A19-7F8B19E740E2}" type="presParOf" srcId="{8CA10596-7E07-4DBE-9D1F-F2029DF065B6}" destId="{00C0D762-8759-416C-909B-15D25618B81F}" srcOrd="6" destOrd="0" presId="urn:microsoft.com/office/officeart/2018/2/layout/IconVerticalSolidList"/>
    <dgm:cxn modelId="{EF4685A0-A70A-47E9-A8D4-AC9F6548D78B}" type="presParOf" srcId="{00C0D762-8759-416C-909B-15D25618B81F}" destId="{DFDA2FEA-00D8-439A-A74E-3618DF925A53}" srcOrd="0" destOrd="0" presId="urn:microsoft.com/office/officeart/2018/2/layout/IconVerticalSolidList"/>
    <dgm:cxn modelId="{6ED52DCE-E8C6-42DC-B325-34EA431E0F6F}" type="presParOf" srcId="{00C0D762-8759-416C-909B-15D25618B81F}" destId="{95F87506-1815-4841-854A-2D3F1087A5E3}" srcOrd="1" destOrd="0" presId="urn:microsoft.com/office/officeart/2018/2/layout/IconVerticalSolidList"/>
    <dgm:cxn modelId="{74B95229-D0EB-4477-BA15-30C1BC37E8C3}" type="presParOf" srcId="{00C0D762-8759-416C-909B-15D25618B81F}" destId="{21E89A5C-07DB-4838-B873-273AE76F71D0}" srcOrd="2" destOrd="0" presId="urn:microsoft.com/office/officeart/2018/2/layout/IconVerticalSolidList"/>
    <dgm:cxn modelId="{2E9229B4-7C3B-4C5B-80CA-8D3B5DCC3856}" type="presParOf" srcId="{00C0D762-8759-416C-909B-15D25618B81F}" destId="{F66B4582-3F15-41C0-872E-5378C955A3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1B8F561-29F8-40D0-B596-DF6B30920C4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86B3D9E-0272-4CAB-94A3-B3531B471CFB}">
      <dgm:prSet/>
      <dgm:spPr/>
      <dgm:t>
        <a:bodyPr/>
        <a:lstStyle/>
        <a:p>
          <a:r>
            <a:rPr lang="en-US" b="0" i="0"/>
            <a:t>Structured governance improves security posture</a:t>
          </a:r>
          <a:endParaRPr lang="en-US"/>
        </a:p>
      </dgm:t>
    </dgm:pt>
    <dgm:pt modelId="{42B13414-9001-4AA5-AB43-FACD3262663C}" type="parTrans" cxnId="{2A31CE7A-2D85-4AE8-A168-D2A6C787867E}">
      <dgm:prSet/>
      <dgm:spPr/>
      <dgm:t>
        <a:bodyPr/>
        <a:lstStyle/>
        <a:p>
          <a:endParaRPr lang="en-US"/>
        </a:p>
      </dgm:t>
    </dgm:pt>
    <dgm:pt modelId="{6FF6552E-8C2C-465C-8CE3-65B5FCDF0EBB}" type="sibTrans" cxnId="{2A31CE7A-2D85-4AE8-A168-D2A6C787867E}">
      <dgm:prSet/>
      <dgm:spPr/>
      <dgm:t>
        <a:bodyPr/>
        <a:lstStyle/>
        <a:p>
          <a:endParaRPr lang="en-US"/>
        </a:p>
      </dgm:t>
    </dgm:pt>
    <dgm:pt modelId="{F19E362C-5338-4A96-907D-DBA129EEEE29}">
      <dgm:prSet/>
      <dgm:spPr/>
      <dgm:t>
        <a:bodyPr/>
        <a:lstStyle/>
        <a:p>
          <a:r>
            <a:rPr lang="en-US" b="0" i="0"/>
            <a:t>Aligns with ISO 27001 &amp; NIST</a:t>
          </a:r>
          <a:endParaRPr lang="en-US"/>
        </a:p>
      </dgm:t>
    </dgm:pt>
    <dgm:pt modelId="{008108AC-6FBE-4C63-92BD-9BADF80F7DF2}" type="parTrans" cxnId="{662CF73E-2C3E-4EE1-8F4C-53DDB691C732}">
      <dgm:prSet/>
      <dgm:spPr/>
      <dgm:t>
        <a:bodyPr/>
        <a:lstStyle/>
        <a:p>
          <a:endParaRPr lang="en-US"/>
        </a:p>
      </dgm:t>
    </dgm:pt>
    <dgm:pt modelId="{59633DC8-AE0C-4AEF-8B54-58F41A9BFFF3}" type="sibTrans" cxnId="{662CF73E-2C3E-4EE1-8F4C-53DDB691C732}">
      <dgm:prSet/>
      <dgm:spPr/>
      <dgm:t>
        <a:bodyPr/>
        <a:lstStyle/>
        <a:p>
          <a:endParaRPr lang="en-US"/>
        </a:p>
      </dgm:t>
    </dgm:pt>
    <dgm:pt modelId="{2E113FF3-9D4E-4D67-87CC-E63D4851B49E}">
      <dgm:prSet/>
      <dgm:spPr/>
      <dgm:t>
        <a:bodyPr/>
        <a:lstStyle/>
        <a:p>
          <a:r>
            <a:rPr lang="en-US" b="0" i="0"/>
            <a:t>Ensures resilience and business continuity</a:t>
          </a:r>
          <a:endParaRPr lang="en-US"/>
        </a:p>
      </dgm:t>
    </dgm:pt>
    <dgm:pt modelId="{25399F07-0058-4850-B247-E0810CD614CF}" type="parTrans" cxnId="{D35FB5B4-2851-4D1A-B92F-1E4AA7D046EB}">
      <dgm:prSet/>
      <dgm:spPr/>
      <dgm:t>
        <a:bodyPr/>
        <a:lstStyle/>
        <a:p>
          <a:endParaRPr lang="en-US"/>
        </a:p>
      </dgm:t>
    </dgm:pt>
    <dgm:pt modelId="{06F1F3DE-5281-4B7C-A37B-5E79BE27FA57}" type="sibTrans" cxnId="{D35FB5B4-2851-4D1A-B92F-1E4AA7D046EB}">
      <dgm:prSet/>
      <dgm:spPr/>
      <dgm:t>
        <a:bodyPr/>
        <a:lstStyle/>
        <a:p>
          <a:endParaRPr lang="en-US"/>
        </a:p>
      </dgm:t>
    </dgm:pt>
    <dgm:pt modelId="{C19CF22B-9E06-49FC-BC73-224890FDD274}" type="pres">
      <dgm:prSet presAssocID="{A1B8F561-29F8-40D0-B596-DF6B30920C4C}" presName="root" presStyleCnt="0">
        <dgm:presLayoutVars>
          <dgm:dir/>
          <dgm:resizeHandles val="exact"/>
        </dgm:presLayoutVars>
      </dgm:prSet>
      <dgm:spPr/>
    </dgm:pt>
    <dgm:pt modelId="{9000F4AF-C911-41A4-9AAA-59A68D93802B}" type="pres">
      <dgm:prSet presAssocID="{086B3D9E-0272-4CAB-94A3-B3531B471CFB}" presName="compNode" presStyleCnt="0"/>
      <dgm:spPr/>
    </dgm:pt>
    <dgm:pt modelId="{9C9CF6D9-A530-4B6F-B913-1FD2ADFE75A4}" type="pres">
      <dgm:prSet presAssocID="{086B3D9E-0272-4CAB-94A3-B3531B471CFB}" presName="bgRect" presStyleLbl="bgShp" presStyleIdx="0" presStyleCnt="3"/>
      <dgm:spPr/>
    </dgm:pt>
    <dgm:pt modelId="{ABBB64B0-81B4-4D65-9437-862E5434BA0A}" type="pres">
      <dgm:prSet presAssocID="{086B3D9E-0272-4CAB-94A3-B3531B471CF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686C1F2-3DEE-432D-9893-D746C73EA50A}" type="pres">
      <dgm:prSet presAssocID="{086B3D9E-0272-4CAB-94A3-B3531B471CFB}" presName="spaceRect" presStyleCnt="0"/>
      <dgm:spPr/>
    </dgm:pt>
    <dgm:pt modelId="{08C450D9-91DD-4067-8367-98BA1E68E9A8}" type="pres">
      <dgm:prSet presAssocID="{086B3D9E-0272-4CAB-94A3-B3531B471CFB}" presName="parTx" presStyleLbl="revTx" presStyleIdx="0" presStyleCnt="3">
        <dgm:presLayoutVars>
          <dgm:chMax val="0"/>
          <dgm:chPref val="0"/>
        </dgm:presLayoutVars>
      </dgm:prSet>
      <dgm:spPr/>
    </dgm:pt>
    <dgm:pt modelId="{C30D948F-08CA-404F-884A-B8875C121916}" type="pres">
      <dgm:prSet presAssocID="{6FF6552E-8C2C-465C-8CE3-65B5FCDF0EBB}" presName="sibTrans" presStyleCnt="0"/>
      <dgm:spPr/>
    </dgm:pt>
    <dgm:pt modelId="{4765A84B-0786-4A9A-BDF2-52016637A2BE}" type="pres">
      <dgm:prSet presAssocID="{F19E362C-5338-4A96-907D-DBA129EEEE29}" presName="compNode" presStyleCnt="0"/>
      <dgm:spPr/>
    </dgm:pt>
    <dgm:pt modelId="{BEFE9727-E37B-42A4-8C6C-CC760FE7F7EA}" type="pres">
      <dgm:prSet presAssocID="{F19E362C-5338-4A96-907D-DBA129EEEE29}" presName="bgRect" presStyleLbl="bgShp" presStyleIdx="1" presStyleCnt="3"/>
      <dgm:spPr/>
    </dgm:pt>
    <dgm:pt modelId="{6C534966-F08D-4B67-9D1B-660A6DB8D46A}" type="pres">
      <dgm:prSet presAssocID="{F19E362C-5338-4A96-907D-DBA129EEEE2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7417B6A-0CD7-41F6-9F82-D42B87B84BB3}" type="pres">
      <dgm:prSet presAssocID="{F19E362C-5338-4A96-907D-DBA129EEEE29}" presName="spaceRect" presStyleCnt="0"/>
      <dgm:spPr/>
    </dgm:pt>
    <dgm:pt modelId="{3D4F303B-94B1-47C6-ACCC-1CFAA4F2E7A1}" type="pres">
      <dgm:prSet presAssocID="{F19E362C-5338-4A96-907D-DBA129EEEE29}" presName="parTx" presStyleLbl="revTx" presStyleIdx="1" presStyleCnt="3">
        <dgm:presLayoutVars>
          <dgm:chMax val="0"/>
          <dgm:chPref val="0"/>
        </dgm:presLayoutVars>
      </dgm:prSet>
      <dgm:spPr/>
    </dgm:pt>
    <dgm:pt modelId="{1A056E2A-2F60-4B0E-8864-03C4BE5FD5D2}" type="pres">
      <dgm:prSet presAssocID="{59633DC8-AE0C-4AEF-8B54-58F41A9BFFF3}" presName="sibTrans" presStyleCnt="0"/>
      <dgm:spPr/>
    </dgm:pt>
    <dgm:pt modelId="{5E57E403-2FC9-46FD-BF0C-AB4604BCF0D1}" type="pres">
      <dgm:prSet presAssocID="{2E113FF3-9D4E-4D67-87CC-E63D4851B49E}" presName="compNode" presStyleCnt="0"/>
      <dgm:spPr/>
    </dgm:pt>
    <dgm:pt modelId="{FBA83A70-7A48-4C84-961B-6E3A0BA9F507}" type="pres">
      <dgm:prSet presAssocID="{2E113FF3-9D4E-4D67-87CC-E63D4851B49E}" presName="bgRect" presStyleLbl="bgShp" presStyleIdx="2" presStyleCnt="3"/>
      <dgm:spPr/>
    </dgm:pt>
    <dgm:pt modelId="{B5206A2E-4285-4C3E-BB94-BE185950B03F}" type="pres">
      <dgm:prSet presAssocID="{2E113FF3-9D4E-4D67-87CC-E63D4851B49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2F3F11A-0830-448A-BE95-862792F78658}" type="pres">
      <dgm:prSet presAssocID="{2E113FF3-9D4E-4D67-87CC-E63D4851B49E}" presName="spaceRect" presStyleCnt="0"/>
      <dgm:spPr/>
    </dgm:pt>
    <dgm:pt modelId="{76E54AA2-3861-4BB7-ABD9-4ECD38CC77DB}" type="pres">
      <dgm:prSet presAssocID="{2E113FF3-9D4E-4D67-87CC-E63D4851B49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AF70C07-AB58-4671-A6FD-9E024E94FACC}" type="presOf" srcId="{086B3D9E-0272-4CAB-94A3-B3531B471CFB}" destId="{08C450D9-91DD-4067-8367-98BA1E68E9A8}" srcOrd="0" destOrd="0" presId="urn:microsoft.com/office/officeart/2018/2/layout/IconVerticalSolidList"/>
    <dgm:cxn modelId="{F21F8537-16D5-487B-87B5-99E8F36A3D86}" type="presOf" srcId="{2E113FF3-9D4E-4D67-87CC-E63D4851B49E}" destId="{76E54AA2-3861-4BB7-ABD9-4ECD38CC77DB}" srcOrd="0" destOrd="0" presId="urn:microsoft.com/office/officeart/2018/2/layout/IconVerticalSolidList"/>
    <dgm:cxn modelId="{662CF73E-2C3E-4EE1-8F4C-53DDB691C732}" srcId="{A1B8F561-29F8-40D0-B596-DF6B30920C4C}" destId="{F19E362C-5338-4A96-907D-DBA129EEEE29}" srcOrd="1" destOrd="0" parTransId="{008108AC-6FBE-4C63-92BD-9BADF80F7DF2}" sibTransId="{59633DC8-AE0C-4AEF-8B54-58F41A9BFFF3}"/>
    <dgm:cxn modelId="{146E1975-680D-43F2-8B97-475FAF7CA97B}" type="presOf" srcId="{A1B8F561-29F8-40D0-B596-DF6B30920C4C}" destId="{C19CF22B-9E06-49FC-BC73-224890FDD274}" srcOrd="0" destOrd="0" presId="urn:microsoft.com/office/officeart/2018/2/layout/IconVerticalSolidList"/>
    <dgm:cxn modelId="{2A31CE7A-2D85-4AE8-A168-D2A6C787867E}" srcId="{A1B8F561-29F8-40D0-B596-DF6B30920C4C}" destId="{086B3D9E-0272-4CAB-94A3-B3531B471CFB}" srcOrd="0" destOrd="0" parTransId="{42B13414-9001-4AA5-AB43-FACD3262663C}" sibTransId="{6FF6552E-8C2C-465C-8CE3-65B5FCDF0EBB}"/>
    <dgm:cxn modelId="{18C672AA-012F-48FD-A496-3779446480A2}" type="presOf" srcId="{F19E362C-5338-4A96-907D-DBA129EEEE29}" destId="{3D4F303B-94B1-47C6-ACCC-1CFAA4F2E7A1}" srcOrd="0" destOrd="0" presId="urn:microsoft.com/office/officeart/2018/2/layout/IconVerticalSolidList"/>
    <dgm:cxn modelId="{D35FB5B4-2851-4D1A-B92F-1E4AA7D046EB}" srcId="{A1B8F561-29F8-40D0-B596-DF6B30920C4C}" destId="{2E113FF3-9D4E-4D67-87CC-E63D4851B49E}" srcOrd="2" destOrd="0" parTransId="{25399F07-0058-4850-B247-E0810CD614CF}" sibTransId="{06F1F3DE-5281-4B7C-A37B-5E79BE27FA57}"/>
    <dgm:cxn modelId="{716E6A69-A7E5-4775-9025-79065D6E6B5E}" type="presParOf" srcId="{C19CF22B-9E06-49FC-BC73-224890FDD274}" destId="{9000F4AF-C911-41A4-9AAA-59A68D93802B}" srcOrd="0" destOrd="0" presId="urn:microsoft.com/office/officeart/2018/2/layout/IconVerticalSolidList"/>
    <dgm:cxn modelId="{3ECA3F70-F5C2-4837-896C-8F4F76F9A189}" type="presParOf" srcId="{9000F4AF-C911-41A4-9AAA-59A68D93802B}" destId="{9C9CF6D9-A530-4B6F-B913-1FD2ADFE75A4}" srcOrd="0" destOrd="0" presId="urn:microsoft.com/office/officeart/2018/2/layout/IconVerticalSolidList"/>
    <dgm:cxn modelId="{A2BE0624-62B1-4803-882C-BEC2F41D8118}" type="presParOf" srcId="{9000F4AF-C911-41A4-9AAA-59A68D93802B}" destId="{ABBB64B0-81B4-4D65-9437-862E5434BA0A}" srcOrd="1" destOrd="0" presId="urn:microsoft.com/office/officeart/2018/2/layout/IconVerticalSolidList"/>
    <dgm:cxn modelId="{C422DAA6-62BF-4467-9CB2-682607890831}" type="presParOf" srcId="{9000F4AF-C911-41A4-9AAA-59A68D93802B}" destId="{2686C1F2-3DEE-432D-9893-D746C73EA50A}" srcOrd="2" destOrd="0" presId="urn:microsoft.com/office/officeart/2018/2/layout/IconVerticalSolidList"/>
    <dgm:cxn modelId="{A4022058-3F43-4F6F-88CE-34AADC3156E3}" type="presParOf" srcId="{9000F4AF-C911-41A4-9AAA-59A68D93802B}" destId="{08C450D9-91DD-4067-8367-98BA1E68E9A8}" srcOrd="3" destOrd="0" presId="urn:microsoft.com/office/officeart/2018/2/layout/IconVerticalSolidList"/>
    <dgm:cxn modelId="{6ABF48CC-B3FD-4A88-B0EC-7E1C76D20CE9}" type="presParOf" srcId="{C19CF22B-9E06-49FC-BC73-224890FDD274}" destId="{C30D948F-08CA-404F-884A-B8875C121916}" srcOrd="1" destOrd="0" presId="urn:microsoft.com/office/officeart/2018/2/layout/IconVerticalSolidList"/>
    <dgm:cxn modelId="{4A14A627-0F92-4F2A-AB39-44B41D1AA38A}" type="presParOf" srcId="{C19CF22B-9E06-49FC-BC73-224890FDD274}" destId="{4765A84B-0786-4A9A-BDF2-52016637A2BE}" srcOrd="2" destOrd="0" presId="urn:microsoft.com/office/officeart/2018/2/layout/IconVerticalSolidList"/>
    <dgm:cxn modelId="{802F4DC4-EEE5-452A-B27C-8843770C7CC1}" type="presParOf" srcId="{4765A84B-0786-4A9A-BDF2-52016637A2BE}" destId="{BEFE9727-E37B-42A4-8C6C-CC760FE7F7EA}" srcOrd="0" destOrd="0" presId="urn:microsoft.com/office/officeart/2018/2/layout/IconVerticalSolidList"/>
    <dgm:cxn modelId="{D6CF3B7D-0336-402B-AF43-1B19797A9442}" type="presParOf" srcId="{4765A84B-0786-4A9A-BDF2-52016637A2BE}" destId="{6C534966-F08D-4B67-9D1B-660A6DB8D46A}" srcOrd="1" destOrd="0" presId="urn:microsoft.com/office/officeart/2018/2/layout/IconVerticalSolidList"/>
    <dgm:cxn modelId="{C57495CD-6FD4-425D-A9E6-1F8424063159}" type="presParOf" srcId="{4765A84B-0786-4A9A-BDF2-52016637A2BE}" destId="{07417B6A-0CD7-41F6-9F82-D42B87B84BB3}" srcOrd="2" destOrd="0" presId="urn:microsoft.com/office/officeart/2018/2/layout/IconVerticalSolidList"/>
    <dgm:cxn modelId="{2EA648C7-490C-4821-9488-D015A25EACB3}" type="presParOf" srcId="{4765A84B-0786-4A9A-BDF2-52016637A2BE}" destId="{3D4F303B-94B1-47C6-ACCC-1CFAA4F2E7A1}" srcOrd="3" destOrd="0" presId="urn:microsoft.com/office/officeart/2018/2/layout/IconVerticalSolidList"/>
    <dgm:cxn modelId="{3D9ABD40-0C06-41F6-A069-D0B0427D5475}" type="presParOf" srcId="{C19CF22B-9E06-49FC-BC73-224890FDD274}" destId="{1A056E2A-2F60-4B0E-8864-03C4BE5FD5D2}" srcOrd="3" destOrd="0" presId="urn:microsoft.com/office/officeart/2018/2/layout/IconVerticalSolidList"/>
    <dgm:cxn modelId="{F47A0E56-3A24-46CB-9464-00A75E16B8D6}" type="presParOf" srcId="{C19CF22B-9E06-49FC-BC73-224890FDD274}" destId="{5E57E403-2FC9-46FD-BF0C-AB4604BCF0D1}" srcOrd="4" destOrd="0" presId="urn:microsoft.com/office/officeart/2018/2/layout/IconVerticalSolidList"/>
    <dgm:cxn modelId="{F4E6EB3D-801E-43C2-812C-064191E367AB}" type="presParOf" srcId="{5E57E403-2FC9-46FD-BF0C-AB4604BCF0D1}" destId="{FBA83A70-7A48-4C84-961B-6E3A0BA9F507}" srcOrd="0" destOrd="0" presId="urn:microsoft.com/office/officeart/2018/2/layout/IconVerticalSolidList"/>
    <dgm:cxn modelId="{B803DBCA-009A-4F00-A9AA-E93DE16326A6}" type="presParOf" srcId="{5E57E403-2FC9-46FD-BF0C-AB4604BCF0D1}" destId="{B5206A2E-4285-4C3E-BB94-BE185950B03F}" srcOrd="1" destOrd="0" presId="urn:microsoft.com/office/officeart/2018/2/layout/IconVerticalSolidList"/>
    <dgm:cxn modelId="{EF18BBA0-2F35-49EF-A1DB-DA14A5D86E00}" type="presParOf" srcId="{5E57E403-2FC9-46FD-BF0C-AB4604BCF0D1}" destId="{12F3F11A-0830-448A-BE95-862792F78658}" srcOrd="2" destOrd="0" presId="urn:microsoft.com/office/officeart/2018/2/layout/IconVerticalSolidList"/>
    <dgm:cxn modelId="{5DBAA075-F1A7-4EF0-AEDF-7580346FE2EA}" type="presParOf" srcId="{5E57E403-2FC9-46FD-BF0C-AB4604BCF0D1}" destId="{76E54AA2-3861-4BB7-ABD9-4ECD38CC77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0C0D0-751F-4157-A663-2E6EE29A0DE9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14A1E-7C4F-4705-954D-D670631D1CEF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6805F-F19D-408C-962A-0016ADB3A8FE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Medium-sized software company (~100 employees)</a:t>
          </a:r>
          <a:endParaRPr lang="en-US" sz="2200" kern="1200"/>
        </a:p>
      </dsp:txBody>
      <dsp:txXfrm>
        <a:off x="1730984" y="640"/>
        <a:ext cx="3062471" cy="1498687"/>
      </dsp:txXfrm>
    </dsp:sp>
    <dsp:sp modelId="{6F9F0795-DA11-4DEE-9194-3A651DFA4B36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6BA07-4705-45B5-8425-B82AC4264CE8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02E26-0BB4-4013-BAD7-7AA9F2749C1E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Develops banking, hospital &amp; inventory systems</a:t>
          </a:r>
          <a:endParaRPr lang="en-US" sz="2200" kern="1200"/>
        </a:p>
      </dsp:txBody>
      <dsp:txXfrm>
        <a:off x="1730984" y="1873999"/>
        <a:ext cx="3062471" cy="1498687"/>
      </dsp:txXfrm>
    </dsp:sp>
    <dsp:sp modelId="{6A8001BA-B0F9-40E7-9B34-0130449C379A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D5F57C-B21F-440A-9F2B-25CA96F2133C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55BCA-37B6-4B58-882C-D3F9C1A95875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Handles sensitive financial &amp; healthcare data</a:t>
          </a:r>
          <a:endParaRPr lang="en-US" sz="2200" kern="1200"/>
        </a:p>
      </dsp:txBody>
      <dsp:txXfrm>
        <a:off x="1730984" y="3747359"/>
        <a:ext cx="3062471" cy="14986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AF595-AE2E-48AB-A9FB-329A77C33597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E257D-E02F-4ED6-BE3E-1BC8F0D0ACF5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CE970-D240-4313-9446-805BAA79C70B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High reliance on cloud &amp; digital infrastructure</a:t>
          </a:r>
          <a:endParaRPr lang="en-US" sz="2000" kern="1200"/>
        </a:p>
      </dsp:txBody>
      <dsp:txXfrm>
        <a:off x="1730984" y="640"/>
        <a:ext cx="3062471" cy="1498687"/>
      </dsp:txXfrm>
    </dsp:sp>
    <dsp:sp modelId="{A6DBD208-974B-4F72-AB5B-9DE249E8B54C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EEB1E-67B0-4A1D-B014-30D9F023F459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787FC-BB48-47CC-A902-CF2A03B4F675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Exposure to ransomware, phishing, unauthorized access</a:t>
          </a:r>
          <a:endParaRPr lang="en-US" sz="2000" kern="1200"/>
        </a:p>
      </dsp:txBody>
      <dsp:txXfrm>
        <a:off x="1730984" y="1873999"/>
        <a:ext cx="3062471" cy="1498687"/>
      </dsp:txXfrm>
    </dsp:sp>
    <dsp:sp modelId="{01856A65-D2B8-454E-A94B-337DBEBC4F38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9F8D8-F7DF-421F-B62F-90218F65E0EE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78742-ED57-47D3-9BB5-769AC86423F1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Need for structured security governance</a:t>
          </a:r>
          <a:endParaRPr lang="en-US" sz="2000" kern="1200"/>
        </a:p>
      </dsp:txBody>
      <dsp:txXfrm>
        <a:off x="1730984" y="3747359"/>
        <a:ext cx="3062471" cy="1498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FD985-0EBE-4D7A-BAA0-70796D848660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694D9-552A-4C9C-8EE0-92FEBA244E85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CEB9C-5478-4473-A8B4-72AF4440156F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Identify assets</a:t>
          </a:r>
          <a:endParaRPr lang="en-US" sz="2200" kern="1200"/>
        </a:p>
      </dsp:txBody>
      <dsp:txXfrm>
        <a:off x="1274714" y="2177"/>
        <a:ext cx="3518741" cy="1103648"/>
      </dsp:txXfrm>
    </dsp:sp>
    <dsp:sp modelId="{5E57EC16-774E-40A8-892A-3550408069DA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23D99-01FC-4340-AA9B-37F668EA7AB3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D16A1-C30B-454D-A776-55F767CA4973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Assess risks</a:t>
          </a:r>
          <a:endParaRPr lang="en-US" sz="2200" kern="1200"/>
        </a:p>
      </dsp:txBody>
      <dsp:txXfrm>
        <a:off x="1274714" y="1381738"/>
        <a:ext cx="3518741" cy="1103648"/>
      </dsp:txXfrm>
    </dsp:sp>
    <dsp:sp modelId="{2A63C61B-84DB-4D59-8F5A-4613A3DB4030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15EC7-A534-4975-90D8-0E37A7109D4B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A82BC-F07D-4059-A2B7-CF38006D550E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Implement controls</a:t>
          </a:r>
          <a:endParaRPr lang="en-US" sz="2200" kern="1200"/>
        </a:p>
      </dsp:txBody>
      <dsp:txXfrm>
        <a:off x="1274714" y="2761299"/>
        <a:ext cx="3518741" cy="1103648"/>
      </dsp:txXfrm>
    </dsp:sp>
    <dsp:sp modelId="{774451CB-9A40-4D5A-963F-CB06C7D95200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65BCF-EED7-4D79-910A-CF0BCDC4867D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A6BC4-6B46-470E-B7B4-3801763FA790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Ensure business continuity (BIA &amp; DR)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17B1D-8444-45C7-86EF-B9BD2C5630C9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868BD-C9E4-4B8B-A4E2-E43192DB2FBF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11DC6-A61D-4B2F-8F5D-D9618F1C29B0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Critical assets include:</a:t>
          </a:r>
          <a:endParaRPr lang="en-US" sz="2200" kern="1200"/>
        </a:p>
      </dsp:txBody>
      <dsp:txXfrm>
        <a:off x="1274714" y="2177"/>
        <a:ext cx="3518741" cy="1103648"/>
      </dsp:txXfrm>
    </dsp:sp>
    <dsp:sp modelId="{54EB5223-F2E0-49CF-ACFF-373ACF815E3A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75DEF-8F40-4814-A47F-D3437E6B8C4D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541DD-8C12-46B1-98FA-D5BE939C279E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Source code repository, AWS servers</a:t>
          </a:r>
          <a:endParaRPr lang="en-US" sz="2200" kern="1200"/>
        </a:p>
      </dsp:txBody>
      <dsp:txXfrm>
        <a:off x="1274714" y="1381738"/>
        <a:ext cx="3518741" cy="1103648"/>
      </dsp:txXfrm>
    </dsp:sp>
    <dsp:sp modelId="{F8755081-4D75-4FA4-A589-070F1A2C885E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D7D451-F90C-4BC4-A82A-FFB02D5AA85F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7905C-B4C5-433C-9B9B-30C47365D936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Employee laptops, firewall, SIEM</a:t>
          </a:r>
          <a:endParaRPr lang="en-US" sz="2200" kern="1200"/>
        </a:p>
      </dsp:txBody>
      <dsp:txXfrm>
        <a:off x="1274714" y="2761299"/>
        <a:ext cx="3518741" cy="1103648"/>
      </dsp:txXfrm>
    </dsp:sp>
    <dsp:sp modelId="{9EF9E86A-087B-474E-B98B-26C988800524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C78309-1FD1-4AA0-A44D-EFD3055F7BDB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2E2F3-7A06-4F59-B3C8-4EA465855793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Client data and financial systems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D419C9-4635-473B-9B58-EDB59AD059E1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AB5ECE-F6EE-4404-8528-2E93D32E7A09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E40F8-407A-4F6F-ACFF-882194DAD8FB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Top risks identified:</a:t>
          </a:r>
          <a:endParaRPr lang="en-US" sz="2200" kern="1200"/>
        </a:p>
      </dsp:txBody>
      <dsp:txXfrm>
        <a:off x="1274714" y="2177"/>
        <a:ext cx="3518741" cy="1103648"/>
      </dsp:txXfrm>
    </dsp:sp>
    <dsp:sp modelId="{A11C751F-A80A-491D-828D-E16C63EC98CB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AAD3F-3BC7-4884-B565-376AE40D9EFF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E6FBB-3617-4890-99FC-13B468658ABE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Ransomware, phishing, credential theft</a:t>
          </a:r>
          <a:endParaRPr lang="en-US" sz="2200" kern="1200"/>
        </a:p>
      </dsp:txBody>
      <dsp:txXfrm>
        <a:off x="1274714" y="1381738"/>
        <a:ext cx="3518741" cy="1103648"/>
      </dsp:txXfrm>
    </dsp:sp>
    <dsp:sp modelId="{BB9A1C77-AED2-4053-879B-38E103772352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CC5261-B346-45A4-BB42-9E374215B301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5F3C7-11BD-4EA0-BC93-7B8A4ADF8447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Cloud misconfiguration, insider threats</a:t>
          </a:r>
          <a:endParaRPr lang="en-US" sz="2200" kern="1200"/>
        </a:p>
      </dsp:txBody>
      <dsp:txXfrm>
        <a:off x="1274714" y="2761299"/>
        <a:ext cx="3518741" cy="1103648"/>
      </dsp:txXfrm>
    </dsp:sp>
    <dsp:sp modelId="{4AD0532F-5288-4AA2-B4EF-E235A0E4F51B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9DE80-4B69-471B-82CD-4AE713E3A727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3DE23-ACA7-4F6F-8DF2-6BA69FD9FA4A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Weak passwords, unpatched systems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888B30-B158-49AB-A23F-812C4358C5BD}">
      <dsp:nvSpPr>
        <dsp:cNvPr id="0" name=""/>
        <dsp:cNvSpPr/>
      </dsp:nvSpPr>
      <dsp:spPr>
        <a:xfrm>
          <a:off x="446018" y="496341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F475E4-8F46-4F02-9E16-2C939D3C4DD4}">
      <dsp:nvSpPr>
        <dsp:cNvPr id="0" name=""/>
        <dsp:cNvSpPr/>
      </dsp:nvSpPr>
      <dsp:spPr>
        <a:xfrm>
          <a:off x="723893" y="7742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4D155-EA8F-46C1-BB9D-C270A9D7D6E3}">
      <dsp:nvSpPr>
        <dsp:cNvPr id="0" name=""/>
        <dsp:cNvSpPr/>
      </dsp:nvSpPr>
      <dsp:spPr>
        <a:xfrm>
          <a:off x="29205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/>
            <a:t>Preventive, Detective, Corrective controls</a:t>
          </a:r>
          <a:endParaRPr lang="en-US" sz="1400" kern="1200"/>
        </a:p>
      </dsp:txBody>
      <dsp:txXfrm>
        <a:off x="29205" y="2206341"/>
        <a:ext cx="2137500" cy="720000"/>
      </dsp:txXfrm>
    </dsp:sp>
    <dsp:sp modelId="{BD410985-8FD5-40A0-B70A-ACD9D008D4D8}">
      <dsp:nvSpPr>
        <dsp:cNvPr id="0" name=""/>
        <dsp:cNvSpPr/>
      </dsp:nvSpPr>
      <dsp:spPr>
        <a:xfrm>
          <a:off x="2957581" y="496341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4EAD3-AD59-49A6-A7CC-AC48F1C91DF2}">
      <dsp:nvSpPr>
        <dsp:cNvPr id="0" name=""/>
        <dsp:cNvSpPr/>
      </dsp:nvSpPr>
      <dsp:spPr>
        <a:xfrm>
          <a:off x="3235456" y="7742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352F0-2E44-4B5A-8D4A-6B647BF65C61}">
      <dsp:nvSpPr>
        <dsp:cNvPr id="0" name=""/>
        <dsp:cNvSpPr/>
      </dsp:nvSpPr>
      <dsp:spPr>
        <a:xfrm>
          <a:off x="2540768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/>
            <a:t>MFA, RBAC, Firewall, Encryption</a:t>
          </a:r>
          <a:endParaRPr lang="en-US" sz="1400" kern="1200"/>
        </a:p>
      </dsp:txBody>
      <dsp:txXfrm>
        <a:off x="2540768" y="2206341"/>
        <a:ext cx="2137500" cy="720000"/>
      </dsp:txXfrm>
    </dsp:sp>
    <dsp:sp modelId="{66E9ED0C-A5E4-4234-BB86-190D663D2507}">
      <dsp:nvSpPr>
        <dsp:cNvPr id="0" name=""/>
        <dsp:cNvSpPr/>
      </dsp:nvSpPr>
      <dsp:spPr>
        <a:xfrm>
          <a:off x="5469143" y="496341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0F126E-F2F0-4863-8554-17575B0B7496}">
      <dsp:nvSpPr>
        <dsp:cNvPr id="0" name=""/>
        <dsp:cNvSpPr/>
      </dsp:nvSpPr>
      <dsp:spPr>
        <a:xfrm>
          <a:off x="5747018" y="7742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53CB4-2DC3-4179-93EE-77672BDDA136}">
      <dsp:nvSpPr>
        <dsp:cNvPr id="0" name=""/>
        <dsp:cNvSpPr/>
      </dsp:nvSpPr>
      <dsp:spPr>
        <a:xfrm>
          <a:off x="5052331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/>
            <a:t>SIEM monitoring, backups</a:t>
          </a:r>
          <a:endParaRPr lang="en-US" sz="1400" kern="1200"/>
        </a:p>
      </dsp:txBody>
      <dsp:txXfrm>
        <a:off x="5052331" y="2206341"/>
        <a:ext cx="21375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1E5ED-6F24-479C-AA3A-CE6DDFAC8CFD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D8D15-AFF9-443C-813E-07B231F5D51D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621A4-0044-4B11-A30C-588C490953B3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Production systems: 4 hrs downtime (critical)</a:t>
          </a:r>
          <a:endParaRPr lang="en-US" sz="2200" kern="1200"/>
        </a:p>
      </dsp:txBody>
      <dsp:txXfrm>
        <a:off x="1274714" y="2177"/>
        <a:ext cx="3518741" cy="1103648"/>
      </dsp:txXfrm>
    </dsp:sp>
    <dsp:sp modelId="{2728214D-2A52-458D-BCE2-8C17A2A30D73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45690-7436-4FBA-B906-5879B33D5FE5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D35C3-BC4C-47C3-871D-EC1613DCDD4A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Email systems: 8 hrs</a:t>
          </a:r>
          <a:endParaRPr lang="en-US" sz="2200" kern="1200"/>
        </a:p>
      </dsp:txBody>
      <dsp:txXfrm>
        <a:off x="1274714" y="1381738"/>
        <a:ext cx="3518741" cy="1103648"/>
      </dsp:txXfrm>
    </dsp:sp>
    <dsp:sp modelId="{D26ED733-BEA1-4788-BFDE-0456F711BA8B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304BA-7EB2-4413-993A-2D9C07D3FA4A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D12AE-529A-42DF-BC14-7899D4A741F5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Development: 24 hrs</a:t>
          </a:r>
          <a:endParaRPr lang="en-US" sz="2200" kern="1200"/>
        </a:p>
      </dsp:txBody>
      <dsp:txXfrm>
        <a:off x="1274714" y="2761299"/>
        <a:ext cx="3518741" cy="1103648"/>
      </dsp:txXfrm>
    </dsp:sp>
    <dsp:sp modelId="{E0C7E2DF-52A1-40E2-8BDB-C69E35D0D82D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0E02E-0765-47A3-84B3-7D74FFC763A3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75B44-06DA-4FB3-A17E-B8595C9C7FC0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Finance: 48 hrs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019AE-6D66-4193-928F-DFE0ECAEBD14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1C44C3-7C9D-4DC0-88A7-C3520E38EE2B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96919-9836-47D6-9A04-26DE50CC881F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RTO: 4–24 hrs, RPO: 1–4 hrs</a:t>
          </a:r>
          <a:endParaRPr lang="en-US" sz="2200" kern="1200"/>
        </a:p>
      </dsp:txBody>
      <dsp:txXfrm>
        <a:off x="1274714" y="2177"/>
        <a:ext cx="3518741" cy="1103648"/>
      </dsp:txXfrm>
    </dsp:sp>
    <dsp:sp modelId="{C9713B44-621B-4FE6-B944-673C41FC75E4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DF18E3-5486-45FF-9C56-05052463ED12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6CAF0-ADC4-4432-A788-C489DD2E1887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Cloud + offline backups</a:t>
          </a:r>
          <a:endParaRPr lang="en-US" sz="2200" kern="1200"/>
        </a:p>
      </dsp:txBody>
      <dsp:txXfrm>
        <a:off x="1274714" y="1381738"/>
        <a:ext cx="3518741" cy="1103648"/>
      </dsp:txXfrm>
    </dsp:sp>
    <dsp:sp modelId="{85F3D4EC-BC3A-4284-BDF1-75939C204A85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0BCC1C-E40B-4C2D-AD19-ADB0043E079F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AF014-633C-442B-A1F3-FB8F753AD44D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System isolation and recovery steps</a:t>
          </a:r>
          <a:endParaRPr lang="en-US" sz="2200" kern="1200"/>
        </a:p>
      </dsp:txBody>
      <dsp:txXfrm>
        <a:off x="1274714" y="2761299"/>
        <a:ext cx="3518741" cy="1103648"/>
      </dsp:txXfrm>
    </dsp:sp>
    <dsp:sp modelId="{DFDA2FEA-00D8-439A-A74E-3618DF925A53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87506-1815-4841-854A-2D3F1087A5E3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B4582-3F15-41C0-872E-5378C955A33D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Post-incident review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CF6D9-A530-4B6F-B913-1FD2ADFE75A4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BB64B0-81B4-4D65-9437-862E5434BA0A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450D9-91DD-4067-8367-98BA1E68E9A8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Structured governance improves security posture</a:t>
          </a:r>
          <a:endParaRPr lang="en-US" sz="2100" kern="1200"/>
        </a:p>
      </dsp:txBody>
      <dsp:txXfrm>
        <a:off x="1730984" y="640"/>
        <a:ext cx="3062471" cy="1498687"/>
      </dsp:txXfrm>
    </dsp:sp>
    <dsp:sp modelId="{BEFE9727-E37B-42A4-8C6C-CC760FE7F7EA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34966-F08D-4B67-9D1B-660A6DB8D46A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F303B-94B1-47C6-ACCC-1CFAA4F2E7A1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Aligns with ISO 27001 &amp; NIST</a:t>
          </a:r>
          <a:endParaRPr lang="en-US" sz="2100" kern="1200"/>
        </a:p>
      </dsp:txBody>
      <dsp:txXfrm>
        <a:off x="1730984" y="1873999"/>
        <a:ext cx="3062471" cy="1498687"/>
      </dsp:txXfrm>
    </dsp:sp>
    <dsp:sp modelId="{FBA83A70-7A48-4C84-961B-6E3A0BA9F507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06A2E-4285-4C3E-BB94-BE185950B03F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54AA2-3861-4BB7-ABD9-4ECD38CC77DB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Ensures resilience and business continuity</a:t>
          </a:r>
          <a:endParaRPr lang="en-US" sz="2100" kern="1200"/>
        </a:p>
      </dsp:txBody>
      <dsp:txXfrm>
        <a:off x="1730984" y="3747359"/>
        <a:ext cx="3062471" cy="1498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94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5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2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1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4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5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0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66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47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4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94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055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8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2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8815" y="1370143"/>
            <a:ext cx="4793452" cy="4157446"/>
          </a:xfrm>
        </p:spPr>
        <p:txBody>
          <a:bodyPr anchor="ctr">
            <a:normAutofit/>
          </a:bodyPr>
          <a:lstStyle/>
          <a:p>
            <a:r>
              <a:rPr lang="en-GB" sz="5700">
                <a:solidFill>
                  <a:schemeClr val="tx1"/>
                </a:solidFill>
              </a:rPr>
              <a:t>Security Governance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395" y="1370143"/>
            <a:ext cx="2184819" cy="4157446"/>
          </a:xfrm>
        </p:spPr>
        <p:txBody>
          <a:bodyPr anchor="ctr">
            <a:normAutofit/>
          </a:bodyPr>
          <a:lstStyle/>
          <a:p>
            <a:pPr algn="r"/>
            <a:r>
              <a:rPr lang="en-GB" sz="1700"/>
              <a:t>Maxwell Software Solutions</a:t>
            </a:r>
          </a:p>
          <a:p>
            <a:pPr algn="r"/>
            <a:r>
              <a:rPr lang="en-GB" sz="1700"/>
              <a:t>Seminar Presentation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GB" sz="2700">
                <a:solidFill>
                  <a:srgbClr val="EBEBEB"/>
                </a:solidFill>
              </a:rPr>
              <a:t>Introduction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988C77-AD33-CC2B-1596-3CCE2EBD46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353816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GB" sz="3000">
                <a:solidFill>
                  <a:srgbClr val="EBEBEB"/>
                </a:solidFill>
              </a:rPr>
              <a:t>Problem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1B7DAC-9490-781F-9618-A7F6488D5A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4639303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GB" sz="3000">
                <a:solidFill>
                  <a:srgbClr val="EBEBEB"/>
                </a:solidFill>
              </a:rPr>
              <a:t>Objectives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0B1AA0-EE66-4E72-BC01-0FE1A81C08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113375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Asset Register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160DB4-08D4-3968-8CA2-7AD3BCA575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136774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Risk Register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E7CFD4-EA0B-C6B5-6CF6-248D79BE3F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255508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Control Mapping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617BCD-2012-EB9D-3FBE-AC5AC3550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543953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GB" sz="2800">
                <a:solidFill>
                  <a:srgbClr val="EBEBEB"/>
                </a:solidFill>
              </a:rPr>
              <a:t>Policy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GB" sz="1700"/>
              <a:t>Access Control Policy</a:t>
            </a:r>
          </a:p>
          <a:p>
            <a:r>
              <a:rPr lang="en-GB" sz="1700"/>
              <a:t>Acceptable Use Policy</a:t>
            </a:r>
          </a:p>
          <a:p>
            <a:r>
              <a:rPr lang="en-GB" sz="1700"/>
              <a:t>Backup &amp; Data Protection</a:t>
            </a:r>
          </a:p>
          <a:p>
            <a:r>
              <a:rPr lang="en-GB" sz="1700"/>
              <a:t>Incident Response</a:t>
            </a:r>
          </a:p>
          <a:p>
            <a:r>
              <a:rPr lang="en-GB" sz="1700"/>
              <a:t>Password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Business Impact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A94FED-61F8-5199-DA78-20A2184C2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597875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Disaster Recovery Plan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43AC79-8D26-D780-6013-FBAD5F4E8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747902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LID4096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GB" sz="2700">
                <a:solidFill>
                  <a:srgbClr val="EBEBEB"/>
                </a:solidFill>
              </a:rPr>
              <a:t>Conclusion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77E061D4-A5ED-072B-3C56-D28B823999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32635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D105174-071A-4257-860A-5EE2D11DD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E17B217C-3C66-46B3-9E9D-2771AA2A2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848D99-5D8B-49F5-97E9-AA7C3F5F2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68BD1-BCBF-039F-3CE7-14CE10477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" y="629265"/>
            <a:ext cx="8109154" cy="381174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4000" dirty="0">
                <a:solidFill>
                  <a:srgbClr val="FFFFFF"/>
                </a:solidFill>
                <a:latin typeface="Browallia New" panose="020B0502040204020203" pitchFamily="34" charset="-34"/>
                <a:ea typeface="ADLaM Display" panose="02010000000000000000" pitchFamily="2" charset="0"/>
                <a:cs typeface="Browallia New" panose="020B0502040204020203" pitchFamily="34" charset="-34"/>
              </a:rPr>
              <a:t> </a:t>
            </a:r>
            <a:r>
              <a:rPr lang="en-GB" sz="4000" dirty="0">
                <a:solidFill>
                  <a:srgbClr val="FFFFFF"/>
                </a:solidFill>
                <a:latin typeface="Amasis MT Pro Black" panose="020F0502020204030204" pitchFamily="18" charset="0"/>
                <a:ea typeface="ADLaM Display" panose="02010000000000000000" pitchFamily="2" charset="0"/>
                <a:cs typeface="Browallia New" panose="020B0502040204020203" pitchFamily="34" charset="-34"/>
              </a:rPr>
              <a:t>THANK YOU </a:t>
            </a:r>
          </a:p>
          <a:p>
            <a:pPr marL="0" indent="0" algn="ctr">
              <a:buNone/>
            </a:pPr>
            <a:r>
              <a:rPr lang="en-GB" sz="4000" dirty="0">
                <a:solidFill>
                  <a:srgbClr val="FFFFFF"/>
                </a:solidFill>
                <a:latin typeface="Amasis MT Pro Black" panose="020F0502020204030204" pitchFamily="18" charset="0"/>
                <a:ea typeface="ADLaM Display" panose="02010000000000000000" pitchFamily="2" charset="0"/>
                <a:cs typeface="Browallia New" panose="020B0502040204020203" pitchFamily="34" charset="-34"/>
              </a:rPr>
              <a:t>FOR </a:t>
            </a:r>
          </a:p>
          <a:p>
            <a:pPr marL="0" indent="0" algn="ctr">
              <a:buNone/>
            </a:pPr>
            <a:r>
              <a:rPr lang="en-GB" sz="4000" dirty="0">
                <a:solidFill>
                  <a:srgbClr val="FFFFFF"/>
                </a:solidFill>
                <a:latin typeface="Amasis MT Pro Black" panose="020F0502020204030204" pitchFamily="18" charset="0"/>
                <a:ea typeface="ADLaM Display" panose="02010000000000000000" pitchFamily="2" charset="0"/>
                <a:cs typeface="Browallia New" panose="020B0502040204020203" pitchFamily="34" charset="-34"/>
              </a:rPr>
              <a:t>WATCHING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1EE7FAB5-B002-DD26-3F06-E9CBBE278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9613" y="4552335"/>
            <a:ext cx="1678140" cy="167814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4937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216</Words>
  <Application>Microsoft Office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Amasis MT Pro Black</vt:lpstr>
      <vt:lpstr>Arial</vt:lpstr>
      <vt:lpstr>Browallia New</vt:lpstr>
      <vt:lpstr>Century Gothic</vt:lpstr>
      <vt:lpstr>Wingdings 3</vt:lpstr>
      <vt:lpstr>Ion Boardroom</vt:lpstr>
      <vt:lpstr>Security Governance Pack</vt:lpstr>
      <vt:lpstr>Introduction</vt:lpstr>
      <vt:lpstr>Problem Statement</vt:lpstr>
      <vt:lpstr>Objectives</vt:lpstr>
      <vt:lpstr>Asset Register</vt:lpstr>
      <vt:lpstr>Risk Register</vt:lpstr>
      <vt:lpstr>Control Mapping</vt:lpstr>
      <vt:lpstr>Policy Pack</vt:lpstr>
      <vt:lpstr>Business Impact Analysis</vt:lpstr>
      <vt:lpstr>Disaster Recovery Plan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Viswanath</dc:creator>
  <cp:keywords/>
  <dc:description>generated using python-pptx</dc:description>
  <cp:lastModifiedBy>Vishnu Viswanath</cp:lastModifiedBy>
  <cp:revision>2</cp:revision>
  <dcterms:created xsi:type="dcterms:W3CDTF">2013-01-27T09:14:16Z</dcterms:created>
  <dcterms:modified xsi:type="dcterms:W3CDTF">2026-05-03T17:02:33Z</dcterms:modified>
  <cp:category/>
</cp:coreProperties>
</file>